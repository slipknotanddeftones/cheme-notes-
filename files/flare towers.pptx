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3.svg" ContentType="image/svg"/>
  <Override PartName="/ppt/media/image6.png" ContentType="image/png"/>
  <Override PartName="/ppt/media/image2.png" ContentType="image/png"/>
  <Override PartName="/ppt/media/image4.jpeg" ContentType="image/jpeg"/>
  <Override PartName="/ppt/media/image5.png" ContentType="image/png"/>
  <Override PartName="/ppt/media/image8.jpeg" ContentType="image/jpeg"/>
  <Override PartName="/ppt/media/image7.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sldIdLst>
    <p:sldId id="256" r:id="rId14"/>
    <p:sldId id="257" r:id="rId15"/>
    <p:sldId id="258" r:id="rId16"/>
    <p:sldId id="259" r:id="rId17"/>
    <p:sldId id="260" r:id="rId18"/>
    <p:sldId id="261" r:id="rId19"/>
    <p:sldId id="262" r:id="rId20"/>
    <p:sldId id="263" r:id="rId21"/>
    <p:sldId id="264" r:id="rId22"/>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p:spTree>
      <p:nvGrpSpPr>
        <p:cNvPr id="1" name=""/>
        <p:cNvGrpSpPr/>
        <p:nvPr/>
      </p:nvGrpSpPr>
      <p:grpSpPr>
        <a:xfrm>
          <a:off x="0" y="0"/>
          <a:ext cx="0" cy="0"/>
          <a:chOff x="0" y="0"/>
          <a:chExt cx="0" cy="0"/>
        </a:xfrm>
      </p:grpSpPr>
      <p:sp>
        <p:nvSpPr>
          <p:cNvPr id="25"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4796067-A210-4C5C-AFAD-F03FF5AF5FF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type="subTitle"/>
          </p:nvPr>
        </p:nvSpPr>
        <p:spPr>
          <a:xfrm>
            <a:off x="468000" y="1800000"/>
            <a:ext cx="9071640" cy="32878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CC98A95-A96F-4489-90B6-D14366497C13}"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of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8"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AF671915-57F1-4116-95F9-4CAC9E588FE7}"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
    <p:spTree>
      <p:nvGrpSpPr>
        <p:cNvPr id="1" name=""/>
        <p:cNvGrpSpPr/>
        <p:nvPr/>
      </p:nvGrpSpPr>
      <p:grpSpPr>
        <a:xfrm>
          <a:off x="0" y="0"/>
          <a:ext cx="0" cy="0"/>
          <a:chOff x="0" y="0"/>
          <a:chExt cx="0" cy="0"/>
        </a:xfrm>
      </p:grpSpPr>
      <p:sp>
        <p:nvSpPr>
          <p:cNvPr id="98"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9"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076F62A4-EBB3-496E-9035-16A2233760FA}"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1">
    <p:spTree>
      <p:nvGrpSpPr>
        <p:cNvPr id="1" name=""/>
        <p:cNvGrpSpPr/>
        <p:nvPr/>
      </p:nvGrpSpPr>
      <p:grpSpPr>
        <a:xfrm>
          <a:off x="0" y="0"/>
          <a:ext cx="0" cy="0"/>
          <a:chOff x="0" y="0"/>
          <a:chExt cx="0" cy="0"/>
        </a:xfrm>
      </p:grpSpPr>
      <p:sp>
        <p:nvSpPr>
          <p:cNvPr id="114"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5"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1D6A9DFB-B252-400B-B02F-8670C107EA93}"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2">
    <p:spTree>
      <p:nvGrpSpPr>
        <p:cNvPr id="1" name=""/>
        <p:cNvGrpSpPr/>
        <p:nvPr/>
      </p:nvGrpSpPr>
      <p:grpSpPr>
        <a:xfrm>
          <a:off x="0" y="0"/>
          <a:ext cx="0" cy="0"/>
          <a:chOff x="0" y="0"/>
          <a:chExt cx="0" cy="0"/>
        </a:xfrm>
      </p:grpSpPr>
      <p:sp>
        <p:nvSpPr>
          <p:cNvPr id="13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3"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67E1D187-2181-48C4-A6B4-B8A616E27DCD}"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2">
    <p:spTree>
      <p:nvGrpSpPr>
        <p:cNvPr id="1" name=""/>
        <p:cNvGrpSpPr/>
        <p:nvPr/>
      </p:nvGrpSpPr>
      <p:grpSpPr>
        <a:xfrm>
          <a:off x="0" y="0"/>
          <a:ext cx="0" cy="0"/>
          <a:chOff x="0" y="0"/>
          <a:chExt cx="0" cy="0"/>
        </a:xfrm>
      </p:grpSpPr>
      <p:sp>
        <p:nvSpPr>
          <p:cNvPr id="149"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0"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42610CD8-C6A2-4F0C-8E87-8E523893E51B}"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AA6EA9A1-5A6A-4650-BB50-D8152FD33080}"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Jigsaw">
    <p:spTree>
      <p:nvGrpSpPr>
        <p:cNvPr id="1" name=""/>
        <p:cNvGrpSpPr/>
        <p:nvPr/>
      </p:nvGrpSpPr>
      <p:grpSpPr>
        <a:xfrm>
          <a:off x="0" y="0"/>
          <a:ext cx="0" cy="0"/>
          <a:chOff x="0" y="0"/>
          <a:chExt cx="0" cy="0"/>
        </a:xfrm>
      </p:grpSpPr>
      <p:sp>
        <p:nvSpPr>
          <p:cNvPr id="215"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6"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520003A4-BE59-48AF-946A-91403FE7545C}"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3">
    <p:spTree>
      <p:nvGrpSpPr>
        <p:cNvPr id="1" name=""/>
        <p:cNvGrpSpPr/>
        <p:nvPr/>
      </p:nvGrpSpPr>
      <p:grpSpPr>
        <a:xfrm>
          <a:off x="0" y="0"/>
          <a:ext cx="0" cy="0"/>
          <a:chOff x="0" y="0"/>
          <a:chExt cx="0" cy="0"/>
        </a:xfrm>
      </p:grpSpPr>
      <p:sp>
        <p:nvSpPr>
          <p:cNvPr id="251"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52"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308AB39F-C5C1-45F4-89EB-7D3F00AF8893}"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
    <p:spTree>
      <p:nvGrpSpPr>
        <p:cNvPr id="1" name=""/>
        <p:cNvGrpSpPr/>
        <p:nvPr/>
      </p:nvGrpSpPr>
      <p:grpSpPr>
        <a:xfrm>
          <a:off x="0" y="0"/>
          <a:ext cx="0" cy="0"/>
          <a:chOff x="0" y="0"/>
          <a:chExt cx="0" cy="0"/>
        </a:xfrm>
      </p:grpSpPr>
      <p:sp>
        <p:nvSpPr>
          <p:cNvPr id="28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31"/>
          </p:nvPr>
        </p:nvSpPr>
        <p:spPr/>
        <p:txBody>
          <a:bodyPr/>
          <a:p>
            <a:r>
              <a:t>Footer</a:t>
            </a:r>
          </a:p>
        </p:txBody>
      </p:sp>
      <p:sp>
        <p:nvSpPr>
          <p:cNvPr id="4" name="PlaceHolder 3"/>
          <p:cNvSpPr>
            <a:spLocks noGrp="1"/>
          </p:cNvSpPr>
          <p:nvPr>
            <p:ph type="sldNum" idx="32"/>
          </p:nvPr>
        </p:nvSpPr>
        <p:spPr/>
        <p:txBody>
          <a:bodyPr/>
          <a:p>
            <a:fld id="{B01F5AEC-3AA4-4DDD-AC4E-DB0EFE9F378B}" type="slidenum">
              <a:t>&lt;#&gt;</a:t>
            </a:fld>
          </a:p>
        </p:txBody>
      </p:sp>
      <p:sp>
        <p:nvSpPr>
          <p:cNvPr id="5" name="PlaceHolder 4"/>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Image">
    <p:spTree>
      <p:nvGrpSpPr>
        <p:cNvPr id="1" name=""/>
        <p:cNvGrpSpPr/>
        <p:nvPr/>
      </p:nvGrpSpPr>
      <p:grpSpPr>
        <a:xfrm>
          <a:off x="0" y="0"/>
          <a:ext cx="0" cy="0"/>
          <a:chOff x="0" y="0"/>
          <a:chExt cx="0" cy="0"/>
        </a:xfrm>
      </p:grpSpPr>
      <p:sp>
        <p:nvSpPr>
          <p:cNvPr id="300"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01"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50E8DCB3-92AD-49B3-A461-F8048FF238D7}" type="slidenum">
              <a:t>&lt;#&gt;</a:t>
            </a:fld>
          </a:p>
        </p:txBody>
      </p:sp>
      <p:sp>
        <p:nvSpPr>
          <p:cNvPr id="6" name="PlaceHolder 5"/>
          <p:cNvSpPr>
            <a:spLocks noGrp="1"/>
          </p:cNvSpPr>
          <p:nvPr>
            <p:ph type="dt" idx="3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2.png"/><Relationship Id="rId15" Type="http://schemas.openxmlformats.org/officeDocument/2006/relationships/image" Target="../media/image3.svg"/><Relationship Id="rId16"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image" Target="../media/image4.jpeg"/><Relationship Id="rId4" Type="http://schemas.openxmlformats.org/officeDocument/2006/relationships/image" Target="../media/image4.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1.jpeg"/><Relationship Id="rId15" Type="http://schemas.openxmlformats.org/officeDocument/2006/relationships/image" Target="../media/image1.jpeg"/><Relationship Id="rId16" Type="http://schemas.openxmlformats.org/officeDocument/2006/relationships/image" Target="../media/image1.jpeg"/><Relationship Id="rId17" Type="http://schemas.openxmlformats.org/officeDocument/2006/relationships/image" Target="../media/image1.jpeg"/><Relationship Id="rId18" Type="http://schemas.openxmlformats.org/officeDocument/2006/relationships/image" Target="../media/image1.jpeg"/><Relationship Id="rId19" Type="http://schemas.openxmlformats.org/officeDocument/2006/relationships/image" Target="../media/image1.jpeg"/><Relationship Id="rId20" Type="http://schemas.openxmlformats.org/officeDocument/2006/relationships/image" Target="../media/image1.jpeg"/><Relationship Id="rId21" Type="http://schemas.openxmlformats.org/officeDocument/2006/relationships/image" Target="../media/image1.jpeg"/><Relationship Id="rId22" Type="http://schemas.openxmlformats.org/officeDocument/2006/relationships/image" Target="../media/image1.jpeg"/><Relationship Id="rId23" Type="http://schemas.openxmlformats.org/officeDocument/2006/relationships/image" Target="../media/image1.jpeg"/><Relationship Id="rId24" Type="http://schemas.openxmlformats.org/officeDocument/2006/relationships/image" Target="../media/image1.jpeg"/><Relationship Id="rId25" Type="http://schemas.openxmlformats.org/officeDocument/2006/relationships/image" Target="../media/image1.jpeg"/><Relationship Id="rId26"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1.jpeg"/><Relationship Id="rId15" Type="http://schemas.openxmlformats.org/officeDocument/2006/relationships/image" Target="../media/image1.jpeg"/><Relationship Id="rId16" Type="http://schemas.openxmlformats.org/officeDocument/2006/relationships/image" Target="../media/image1.jpeg"/><Relationship Id="rId17" Type="http://schemas.openxmlformats.org/officeDocument/2006/relationships/image" Target="../media/image1.jpeg"/><Relationship Id="rId18" Type="http://schemas.openxmlformats.org/officeDocument/2006/relationships/image" Target="../media/image1.jpeg"/><Relationship Id="rId19" Type="http://schemas.openxmlformats.org/officeDocument/2006/relationships/image" Target="../media/image1.jpeg"/><Relationship Id="rId20" Type="http://schemas.openxmlformats.org/officeDocument/2006/relationships/image" Target="../media/image1.jpeg"/><Relationship Id="rId21" Type="http://schemas.openxmlformats.org/officeDocument/2006/relationships/image" Target="../media/image1.jpeg"/><Relationship Id="rId22" Type="http://schemas.openxmlformats.org/officeDocument/2006/relationships/image" Target="../media/image1.jpeg"/><Relationship Id="rId23" Type="http://schemas.openxmlformats.org/officeDocument/2006/relationships/image" Target="../media/image1.jpeg"/><Relationship Id="rId24" Type="http://schemas.openxmlformats.org/officeDocument/2006/relationships/image" Target="../media/image1.jpeg"/><Relationship Id="rId25" Type="http://schemas.openxmlformats.org/officeDocument/2006/relationships/image" Target="../media/image1.jpeg"/><Relationship Id="rId26"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0" name=""/>
          <p:cNvGrpSpPr/>
          <p:nvPr/>
        </p:nvGrpSpPr>
        <p:grpSpPr>
          <a:xfrm>
            <a:off x="0" y="0"/>
            <a:ext cx="10080360" cy="4114440"/>
            <a:chOff x="0" y="0"/>
            <a:chExt cx="10080360" cy="4114440"/>
          </a:xfrm>
        </p:grpSpPr>
        <p:sp>
          <p:nvSpPr>
            <p:cNvPr id="1"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 name=""/>
            <p:cNvSpPr/>
            <p:nvPr/>
          </p:nvSpPr>
          <p:spPr>
            <a:xfrm>
              <a:off x="0" y="1280160"/>
              <a:ext cx="1554120" cy="639720"/>
            </a:xfrm>
            <a:prstGeom prst="rect">
              <a:avLst/>
            </a:prstGeom>
            <a:solidFill>
              <a:srgbClr val="343a40">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 name=""/>
            <p:cNvSpPr/>
            <p:nvPr/>
          </p:nvSpPr>
          <p:spPr>
            <a:xfrm>
              <a:off x="914400" y="1920240"/>
              <a:ext cx="1279800" cy="182844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5" name=""/>
            <p:cNvSpPr/>
            <p:nvPr/>
          </p:nvSpPr>
          <p:spPr>
            <a:xfrm>
              <a:off x="2194560" y="548640"/>
              <a:ext cx="1279800" cy="18284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 name=""/>
            <p:cNvSpPr/>
            <p:nvPr/>
          </p:nvSpPr>
          <p:spPr>
            <a:xfrm>
              <a:off x="3474720" y="118872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7" name=""/>
            <p:cNvSpPr/>
            <p:nvPr/>
          </p:nvSpPr>
          <p:spPr>
            <a:xfrm>
              <a:off x="4206240" y="0"/>
              <a:ext cx="1462680" cy="914040"/>
            </a:xfrm>
            <a:prstGeom prst="rect">
              <a:avLst/>
            </a:prstGeom>
            <a:solidFill>
              <a:srgbClr val="6c757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8" name=""/>
            <p:cNvSpPr/>
            <p:nvPr/>
          </p:nvSpPr>
          <p:spPr>
            <a:xfrm>
              <a:off x="4663440" y="914400"/>
              <a:ext cx="1005480" cy="4568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 name=""/>
            <p:cNvSpPr/>
            <p:nvPr/>
          </p:nvSpPr>
          <p:spPr>
            <a:xfrm>
              <a:off x="3474720" y="1737360"/>
              <a:ext cx="3108600" cy="100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 name=""/>
            <p:cNvSpPr/>
            <p:nvPr/>
          </p:nvSpPr>
          <p:spPr>
            <a:xfrm>
              <a:off x="4114800" y="2743200"/>
              <a:ext cx="1462680" cy="100548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1" name=""/>
            <p:cNvSpPr/>
            <p:nvPr/>
          </p:nvSpPr>
          <p:spPr>
            <a:xfrm>
              <a:off x="6583680" y="1463040"/>
              <a:ext cx="1554120" cy="456840"/>
            </a:xfrm>
            <a:prstGeom prst="rect">
              <a:avLst/>
            </a:prstGeom>
            <a:solidFill>
              <a:srgbClr val="b2b2b2">
                <a:alpha val="6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2" name=""/>
            <p:cNvSpPr/>
            <p:nvPr/>
          </p:nvSpPr>
          <p:spPr>
            <a:xfrm>
              <a:off x="7315200" y="1920240"/>
              <a:ext cx="1462680" cy="1645560"/>
            </a:xfrm>
            <a:prstGeom prst="rect">
              <a:avLst/>
            </a:prstGeom>
            <a:solidFill>
              <a:srgbClr val="b2b2b2">
                <a:alpha val="3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3" name=""/>
            <p:cNvSpPr/>
            <p:nvPr/>
          </p:nvSpPr>
          <p:spPr>
            <a:xfrm>
              <a:off x="2743200" y="2377440"/>
              <a:ext cx="548280" cy="82260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4" name=""/>
            <p:cNvSpPr/>
            <p:nvPr/>
          </p:nvSpPr>
          <p:spPr>
            <a:xfrm>
              <a:off x="8595360" y="0"/>
              <a:ext cx="1485000" cy="1462680"/>
            </a:xfrm>
            <a:prstGeom prst="rect">
              <a:avLst/>
            </a:prstGeom>
            <a:solidFill>
              <a:srgbClr val="ddddd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5" name=""/>
            <p:cNvSpPr/>
            <p:nvPr/>
          </p:nvSpPr>
          <p:spPr>
            <a:xfrm>
              <a:off x="6766560" y="0"/>
              <a:ext cx="273960" cy="1005480"/>
            </a:xfrm>
            <a:prstGeom prst="rect">
              <a:avLst/>
            </a:prstGeom>
            <a:solidFill>
              <a:srgbClr val="2f4550">
                <a:alpha val="5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6" name=""/>
            <p:cNvSpPr/>
            <p:nvPr/>
          </p:nvSpPr>
          <p:spPr>
            <a:xfrm>
              <a:off x="1554480" y="0"/>
              <a:ext cx="182520" cy="914040"/>
            </a:xfrm>
            <a:prstGeom prst="rect">
              <a:avLst/>
            </a:prstGeom>
            <a:solidFill>
              <a:srgbClr val="80808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7" name=""/>
            <p:cNvSpPr/>
            <p:nvPr/>
          </p:nvSpPr>
          <p:spPr>
            <a:xfrm>
              <a:off x="0" y="3017520"/>
              <a:ext cx="365400" cy="109692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8" name=""/>
            <p:cNvSpPr/>
            <p:nvPr/>
          </p:nvSpPr>
          <p:spPr>
            <a:xfrm>
              <a:off x="9601200" y="2560320"/>
              <a:ext cx="365400" cy="1554120"/>
            </a:xfrm>
            <a:prstGeom prst="rect">
              <a:avLst/>
            </a:prstGeom>
            <a:solidFill>
              <a:srgbClr val="b2b2b2"/>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9" name=""/>
            <p:cNvSpPr/>
            <p:nvPr/>
          </p:nvSpPr>
          <p:spPr>
            <a:xfrm>
              <a:off x="8778240" y="182880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20"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 name="PlaceHolder 3"/>
          <p:cNvSpPr>
            <a:spLocks noGrp="1"/>
          </p:cNvSpPr>
          <p:nvPr>
            <p:ph type="ftr" idx="1"/>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3" name="PlaceHolder 4"/>
          <p:cNvSpPr>
            <a:spLocks noGrp="1"/>
          </p:cNvSpPr>
          <p:nvPr>
            <p:ph type="sldNum" idx="2"/>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1628BB9D-00CB-42B4-A2D1-6343398EAA41}"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4" name="PlaceHolder 5"/>
          <p:cNvSpPr>
            <a:spLocks noGrp="1"/>
          </p:cNvSpPr>
          <p:nvPr>
            <p:ph type="dt" idx="3"/>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 name=""/>
          <p:cNvGrpSpPr/>
          <p:nvPr/>
        </p:nvGrpSpPr>
        <p:grpSpPr>
          <a:xfrm>
            <a:off x="0" y="0"/>
            <a:ext cx="10080360" cy="4114440"/>
            <a:chOff x="0" y="0"/>
            <a:chExt cx="10080360" cy="4114440"/>
          </a:xfrm>
        </p:grpSpPr>
        <p:sp>
          <p:nvSpPr>
            <p:cNvPr id="28"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9"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 name=""/>
            <p:cNvSpPr/>
            <p:nvPr/>
          </p:nvSpPr>
          <p:spPr>
            <a:xfrm>
              <a:off x="0" y="1280160"/>
              <a:ext cx="1554120" cy="639720"/>
            </a:xfrm>
            <a:prstGeom prst="rect">
              <a:avLst/>
            </a:prstGeom>
            <a:solidFill>
              <a:srgbClr val="343a40">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1" name=""/>
            <p:cNvSpPr/>
            <p:nvPr/>
          </p:nvSpPr>
          <p:spPr>
            <a:xfrm>
              <a:off x="914400" y="1920240"/>
              <a:ext cx="1279800" cy="182844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 name=""/>
            <p:cNvSpPr/>
            <p:nvPr/>
          </p:nvSpPr>
          <p:spPr>
            <a:xfrm>
              <a:off x="2194560" y="548640"/>
              <a:ext cx="1279800" cy="18284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3" name=""/>
            <p:cNvSpPr/>
            <p:nvPr/>
          </p:nvSpPr>
          <p:spPr>
            <a:xfrm>
              <a:off x="3474720" y="118872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 name=""/>
            <p:cNvSpPr/>
            <p:nvPr/>
          </p:nvSpPr>
          <p:spPr>
            <a:xfrm>
              <a:off x="4206240" y="0"/>
              <a:ext cx="1462680" cy="914040"/>
            </a:xfrm>
            <a:prstGeom prst="rect">
              <a:avLst/>
            </a:prstGeom>
            <a:solidFill>
              <a:srgbClr val="6c757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5" name=""/>
            <p:cNvSpPr/>
            <p:nvPr/>
          </p:nvSpPr>
          <p:spPr>
            <a:xfrm>
              <a:off x="4663440" y="914400"/>
              <a:ext cx="1005480" cy="4568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6" name=""/>
            <p:cNvSpPr/>
            <p:nvPr/>
          </p:nvSpPr>
          <p:spPr>
            <a:xfrm>
              <a:off x="3474720" y="1737360"/>
              <a:ext cx="3108600" cy="100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7" name=""/>
            <p:cNvSpPr/>
            <p:nvPr/>
          </p:nvSpPr>
          <p:spPr>
            <a:xfrm>
              <a:off x="4114800" y="2743200"/>
              <a:ext cx="1462680" cy="100548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8" name=""/>
            <p:cNvSpPr/>
            <p:nvPr/>
          </p:nvSpPr>
          <p:spPr>
            <a:xfrm>
              <a:off x="6583680" y="1463040"/>
              <a:ext cx="1554120" cy="456840"/>
            </a:xfrm>
            <a:prstGeom prst="rect">
              <a:avLst/>
            </a:prstGeom>
            <a:solidFill>
              <a:srgbClr val="b2b2b2">
                <a:alpha val="6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9" name=""/>
            <p:cNvSpPr/>
            <p:nvPr/>
          </p:nvSpPr>
          <p:spPr>
            <a:xfrm>
              <a:off x="7315200" y="1920240"/>
              <a:ext cx="1462680" cy="1645560"/>
            </a:xfrm>
            <a:prstGeom prst="rect">
              <a:avLst/>
            </a:prstGeom>
            <a:solidFill>
              <a:srgbClr val="b2b2b2">
                <a:alpha val="3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0" name=""/>
            <p:cNvSpPr/>
            <p:nvPr/>
          </p:nvSpPr>
          <p:spPr>
            <a:xfrm>
              <a:off x="2743200" y="2377440"/>
              <a:ext cx="548280" cy="82260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1" name=""/>
            <p:cNvSpPr/>
            <p:nvPr/>
          </p:nvSpPr>
          <p:spPr>
            <a:xfrm>
              <a:off x="8595360" y="0"/>
              <a:ext cx="1485000" cy="1462680"/>
            </a:xfrm>
            <a:prstGeom prst="rect">
              <a:avLst/>
            </a:prstGeom>
            <a:solidFill>
              <a:srgbClr val="ddddd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2" name=""/>
            <p:cNvSpPr/>
            <p:nvPr/>
          </p:nvSpPr>
          <p:spPr>
            <a:xfrm>
              <a:off x="6766560" y="0"/>
              <a:ext cx="273960" cy="1005480"/>
            </a:xfrm>
            <a:prstGeom prst="rect">
              <a:avLst/>
            </a:prstGeom>
            <a:solidFill>
              <a:srgbClr val="2f4550">
                <a:alpha val="5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3" name=""/>
            <p:cNvSpPr/>
            <p:nvPr/>
          </p:nvSpPr>
          <p:spPr>
            <a:xfrm>
              <a:off x="1554480" y="0"/>
              <a:ext cx="182520" cy="914040"/>
            </a:xfrm>
            <a:prstGeom prst="rect">
              <a:avLst/>
            </a:prstGeom>
            <a:solidFill>
              <a:srgbClr val="80808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4" name=""/>
            <p:cNvSpPr/>
            <p:nvPr/>
          </p:nvSpPr>
          <p:spPr>
            <a:xfrm>
              <a:off x="0" y="3017520"/>
              <a:ext cx="365400" cy="109692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5" name=""/>
            <p:cNvSpPr/>
            <p:nvPr/>
          </p:nvSpPr>
          <p:spPr>
            <a:xfrm>
              <a:off x="9601200" y="2560320"/>
              <a:ext cx="365400" cy="1554120"/>
            </a:xfrm>
            <a:prstGeom prst="rect">
              <a:avLst/>
            </a:prstGeom>
            <a:solidFill>
              <a:srgbClr val="b2b2b2"/>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6" name=""/>
            <p:cNvSpPr/>
            <p:nvPr/>
          </p:nvSpPr>
          <p:spPr>
            <a:xfrm>
              <a:off x="8778240" y="182880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4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8" name="PlaceHolder 2"/>
          <p:cNvSpPr>
            <a:spLocks noGrp="1"/>
          </p:cNvSpPr>
          <p:nvPr>
            <p:ph type="ftr" idx="4"/>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49" name="PlaceHolder 3"/>
          <p:cNvSpPr>
            <a:spLocks noGrp="1"/>
          </p:cNvSpPr>
          <p:nvPr>
            <p:ph type="sldNum" idx="5"/>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ACE0A064-A107-4FC6-99C0-F58B682E223C}"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50" name="PlaceHolder 4"/>
          <p:cNvSpPr>
            <a:spLocks noGrp="1"/>
          </p:cNvSpPr>
          <p:nvPr>
            <p:ph type="dt" idx="6"/>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4" name=""/>
          <p:cNvGrpSpPr/>
          <p:nvPr/>
        </p:nvGrpSpPr>
        <p:grpSpPr>
          <a:xfrm>
            <a:off x="8540280" y="5065560"/>
            <a:ext cx="1280160" cy="914400"/>
            <a:chOff x="8540280" y="5065560"/>
            <a:chExt cx="1280160" cy="914400"/>
          </a:xfrm>
        </p:grpSpPr>
        <p:grpSp>
          <p:nvGrpSpPr>
            <p:cNvPr id="55" name=""/>
            <p:cNvGrpSpPr/>
            <p:nvPr/>
          </p:nvGrpSpPr>
          <p:grpSpPr>
            <a:xfrm>
              <a:off x="8540280" y="5065560"/>
              <a:ext cx="1280160" cy="914400"/>
              <a:chOff x="8540280" y="5065560"/>
              <a:chExt cx="1280160" cy="914400"/>
            </a:xfrm>
          </p:grpSpPr>
          <p:sp>
            <p:nvSpPr>
              <p:cNvPr id="56" name=""/>
              <p:cNvSpPr/>
              <p:nvPr/>
            </p:nvSpPr>
            <p:spPr>
              <a:xfrm flipV="1" rot="21598800">
                <a:off x="9637560" y="5430960"/>
                <a:ext cx="182520" cy="182520"/>
              </a:xfrm>
              <a:prstGeom prst="ellipse">
                <a:avLst/>
              </a:prstGeom>
              <a:blipFill rotWithShape="0">
                <a:blip r:embed="rId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57" name=""/>
              <p:cNvSpPr/>
              <p:nvPr/>
            </p:nvSpPr>
            <p:spPr>
              <a:xfrm flipV="1" rot="21598800">
                <a:off x="9271800" y="5430960"/>
                <a:ext cx="182520" cy="182520"/>
              </a:xfrm>
              <a:prstGeom prst="ellipse">
                <a:avLst/>
              </a:prstGeom>
              <a:blipFill rotWithShape="0">
                <a:blip r:embed="rId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58" name=""/>
              <p:cNvSpPr/>
              <p:nvPr/>
            </p:nvSpPr>
            <p:spPr>
              <a:xfrm flipV="1" rot="21598800">
                <a:off x="8906400" y="5430960"/>
                <a:ext cx="182520" cy="182520"/>
              </a:xfrm>
              <a:prstGeom prst="ellipse">
                <a:avLst/>
              </a:prstGeom>
              <a:blipFill rotWithShape="0">
                <a:blip r:embed="rId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59" name=""/>
              <p:cNvSpPr/>
              <p:nvPr/>
            </p:nvSpPr>
            <p:spPr>
              <a:xfrm flipV="1" rot="21598800">
                <a:off x="8540280" y="5431320"/>
                <a:ext cx="182520" cy="182520"/>
              </a:xfrm>
              <a:prstGeom prst="ellipse">
                <a:avLst/>
              </a:prstGeom>
              <a:blipFill rotWithShape="0">
                <a:blip r:embed="rId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0" name=""/>
              <p:cNvSpPr/>
              <p:nvPr/>
            </p:nvSpPr>
            <p:spPr>
              <a:xfrm flipV="1" rot="21598800">
                <a:off x="8540280" y="5065200"/>
                <a:ext cx="182520" cy="182520"/>
              </a:xfrm>
              <a:prstGeom prst="ellipse">
                <a:avLst/>
              </a:prstGeom>
              <a:blipFill rotWithShape="0">
                <a:blip r:embed="rId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1" name=""/>
              <p:cNvSpPr/>
              <p:nvPr/>
            </p:nvSpPr>
            <p:spPr>
              <a:xfrm flipV="1" rot="21598800">
                <a:off x="8906040" y="5065200"/>
                <a:ext cx="182520" cy="182520"/>
              </a:xfrm>
              <a:prstGeom prst="ellipse">
                <a:avLst/>
              </a:prstGeom>
              <a:blipFill rotWithShape="0">
                <a:blip r:embed="rId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2" name=""/>
              <p:cNvSpPr/>
              <p:nvPr/>
            </p:nvSpPr>
            <p:spPr>
              <a:xfrm flipV="1" rot="21598800">
                <a:off x="9271800" y="5065560"/>
                <a:ext cx="182520" cy="182520"/>
              </a:xfrm>
              <a:prstGeom prst="ellipse">
                <a:avLst/>
              </a:prstGeom>
              <a:blipFill rotWithShape="0">
                <a:blip r:embed="rId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3" name=""/>
              <p:cNvSpPr/>
              <p:nvPr/>
            </p:nvSpPr>
            <p:spPr>
              <a:xfrm flipV="1" rot="21598800">
                <a:off x="9637920" y="5065200"/>
                <a:ext cx="182520" cy="182520"/>
              </a:xfrm>
              <a:prstGeom prst="ellipse">
                <a:avLst/>
              </a:prstGeom>
              <a:blipFill rotWithShape="0">
                <a:blip r:embed="rId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4" name=""/>
              <p:cNvSpPr/>
              <p:nvPr/>
            </p:nvSpPr>
            <p:spPr>
              <a:xfrm flipV="1" rot="21598800">
                <a:off x="9637560" y="5796720"/>
                <a:ext cx="182520" cy="182520"/>
              </a:xfrm>
              <a:prstGeom prst="ellipse">
                <a:avLst/>
              </a:prstGeom>
              <a:blipFill rotWithShape="0">
                <a:blip r:embed="rId1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5" name=""/>
              <p:cNvSpPr/>
              <p:nvPr/>
            </p:nvSpPr>
            <p:spPr>
              <a:xfrm flipV="1" rot="21598800">
                <a:off x="9272160" y="5797080"/>
                <a:ext cx="182520" cy="182520"/>
              </a:xfrm>
              <a:prstGeom prst="ellipse">
                <a:avLst/>
              </a:prstGeom>
              <a:blipFill rotWithShape="0">
                <a:blip r:embed="rId1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6" name=""/>
              <p:cNvSpPr/>
              <p:nvPr/>
            </p:nvSpPr>
            <p:spPr>
              <a:xfrm flipV="1" rot="21598800">
                <a:off x="8906040" y="5796720"/>
                <a:ext cx="182520" cy="182520"/>
              </a:xfrm>
              <a:prstGeom prst="ellipse">
                <a:avLst/>
              </a:prstGeom>
              <a:blipFill rotWithShape="0">
                <a:blip r:embed="rId1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7" name=""/>
              <p:cNvSpPr/>
              <p:nvPr/>
            </p:nvSpPr>
            <p:spPr>
              <a:xfrm flipV="1" rot="21598800">
                <a:off x="8540280" y="5796720"/>
                <a:ext cx="182520" cy="182520"/>
              </a:xfrm>
              <a:prstGeom prst="ellipse">
                <a:avLst/>
              </a:prstGeom>
              <a:blipFill rotWithShape="0">
                <a:blip r:embed="rId1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sp>
        <p:nvSpPr>
          <p:cNvPr id="68" name=""/>
          <p:cNvSpPr/>
          <p:nvPr/>
        </p:nvSpPr>
        <p:spPr>
          <a:xfrm>
            <a:off x="1499760" y="1774080"/>
            <a:ext cx="2925720" cy="292572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9" name=""/>
          <p:cNvSpPr/>
          <p:nvPr/>
        </p:nvSpPr>
        <p:spPr>
          <a:xfrm>
            <a:off x="1225080" y="1134360"/>
            <a:ext cx="1188720" cy="118800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70" name=""/>
          <p:cNvSpPr/>
          <p:nvPr/>
        </p:nvSpPr>
        <p:spPr>
          <a:xfrm>
            <a:off x="3420000" y="4242960"/>
            <a:ext cx="639720" cy="63972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pic>
        <p:nvPicPr>
          <p:cNvPr id="71" name="" descr=""/>
          <p:cNvPicPr/>
          <p:nvPr/>
        </p:nvPicPr>
        <p:blipFill>
          <a:blip r:embed="rId14">
            <a:extLst>
              <a:ext uri="{96DAC541-7B7A-43D3-8B79-37D633B846F1}">
                <asvg:svgBlip xmlns:asvg="http://schemas.microsoft.com/office/drawing/2016/SVG/main" r:embed="rId15"/>
              </a:ext>
            </a:extLst>
          </a:blip>
          <a:stretch/>
        </p:blipFill>
        <p:spPr>
          <a:xfrm>
            <a:off x="4349520" y="792360"/>
            <a:ext cx="5525640" cy="4145040"/>
          </a:xfrm>
          <a:prstGeom prst="rect">
            <a:avLst/>
          </a:prstGeom>
          <a:ln w="0">
            <a:noFill/>
          </a:ln>
        </p:spPr>
      </p:pic>
      <p:sp>
        <p:nvSpPr>
          <p:cNvPr id="7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3"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4" name="PlaceHolder 3"/>
          <p:cNvSpPr>
            <a:spLocks noGrp="1"/>
          </p:cNvSpPr>
          <p:nvPr>
            <p:ph type="ftr" idx="7"/>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75" name="PlaceHolder 4"/>
          <p:cNvSpPr>
            <a:spLocks noGrp="1"/>
          </p:cNvSpPr>
          <p:nvPr>
            <p:ph type="sldNum" idx="8"/>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C89706ED-D0AD-49ED-AB74-C14EDFD9989E}"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76" name="PlaceHolder 5"/>
          <p:cNvSpPr>
            <a:spLocks noGrp="1"/>
          </p:cNvSpPr>
          <p:nvPr>
            <p:ph type="dt" idx="9"/>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16"/>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9" name=""/>
          <p:cNvGrpSpPr/>
          <p:nvPr/>
        </p:nvGrpSpPr>
        <p:grpSpPr>
          <a:xfrm>
            <a:off x="7406640" y="3566160"/>
            <a:ext cx="2377080" cy="4297320"/>
            <a:chOff x="7406640" y="3566160"/>
            <a:chExt cx="2377080" cy="4297320"/>
          </a:xfrm>
        </p:grpSpPr>
        <p:sp>
          <p:nvSpPr>
            <p:cNvPr id="80" name=""/>
            <p:cNvSpPr/>
            <p:nvPr/>
          </p:nvSpPr>
          <p:spPr>
            <a:xfrm>
              <a:off x="8138160" y="4754880"/>
              <a:ext cx="456840" cy="2559960"/>
            </a:xfrm>
            <a:prstGeom prst="rect">
              <a:avLst/>
            </a:prstGeom>
            <a:blipFill rotWithShape="0">
              <a:blip r:embed="rId2"/>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1" name=""/>
            <p:cNvSpPr/>
            <p:nvPr/>
          </p:nvSpPr>
          <p:spPr>
            <a:xfrm>
              <a:off x="8961120" y="3566160"/>
              <a:ext cx="456840" cy="2559960"/>
            </a:xfrm>
            <a:prstGeom prst="rect">
              <a:avLst/>
            </a:prstGeom>
            <a:blipFill rotWithShape="0">
              <a:blip r:embed="rId3"/>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2" name=""/>
            <p:cNvSpPr/>
            <p:nvPr/>
          </p:nvSpPr>
          <p:spPr>
            <a:xfrm>
              <a:off x="8503920" y="5120640"/>
              <a:ext cx="127980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3" name=""/>
            <p:cNvSpPr/>
            <p:nvPr/>
          </p:nvSpPr>
          <p:spPr>
            <a:xfrm>
              <a:off x="8321040" y="530352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4" name=""/>
            <p:cNvSpPr/>
            <p:nvPr/>
          </p:nvSpPr>
          <p:spPr>
            <a:xfrm>
              <a:off x="8869680" y="548640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5" name=""/>
            <p:cNvSpPr/>
            <p:nvPr/>
          </p:nvSpPr>
          <p:spPr>
            <a:xfrm>
              <a:off x="7406640" y="5303520"/>
              <a:ext cx="456840" cy="2559960"/>
            </a:xfrm>
            <a:prstGeom prst="rect">
              <a:avLst/>
            </a:prstGeom>
            <a:blipFill rotWithShape="0">
              <a:blip r:embed="rId4"/>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86" name=""/>
          <p:cNvSpPr/>
          <p:nvPr/>
        </p:nvSpPr>
        <p:spPr>
          <a:xfrm flipH="1" flipV="1">
            <a:off x="1461600" y="-1555200"/>
            <a:ext cx="456840" cy="2559960"/>
          </a:xfrm>
          <a:prstGeom prst="rect">
            <a:avLst/>
          </a:prstGeom>
          <a:blipFill rotWithShape="0">
            <a:blip r:embed="rId5"/>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7" name=""/>
          <p:cNvSpPr/>
          <p:nvPr/>
        </p:nvSpPr>
        <p:spPr>
          <a:xfrm flipH="1" flipV="1">
            <a:off x="638640" y="-365760"/>
            <a:ext cx="456840" cy="2559960"/>
          </a:xfrm>
          <a:prstGeom prst="rect">
            <a:avLst/>
          </a:prstGeom>
          <a:blipFill rotWithShape="0">
            <a:blip r:embed="rId6"/>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8" name=""/>
          <p:cNvSpPr/>
          <p:nvPr/>
        </p:nvSpPr>
        <p:spPr>
          <a:xfrm flipH="1" flipV="1">
            <a:off x="273600" y="547920"/>
            <a:ext cx="127980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9" name=""/>
          <p:cNvSpPr/>
          <p:nvPr/>
        </p:nvSpPr>
        <p:spPr>
          <a:xfrm flipH="1" flipV="1">
            <a:off x="822240" y="36504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0" name=""/>
          <p:cNvSpPr/>
          <p:nvPr/>
        </p:nvSpPr>
        <p:spPr>
          <a:xfrm flipH="1" flipV="1">
            <a:off x="273600" y="18216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1" name=""/>
          <p:cNvSpPr/>
          <p:nvPr/>
        </p:nvSpPr>
        <p:spPr>
          <a:xfrm flipH="1" flipV="1">
            <a:off x="2193840" y="-2103840"/>
            <a:ext cx="456840" cy="2559960"/>
          </a:xfrm>
          <a:prstGeom prst="rect">
            <a:avLst/>
          </a:prstGeom>
          <a:blipFill rotWithShape="0">
            <a:blip r:embed="rId7"/>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2" name=""/>
          <p:cNvSpPr/>
          <p:nvPr/>
        </p:nvSpPr>
        <p:spPr>
          <a:xfrm>
            <a:off x="3474720" y="2560320"/>
            <a:ext cx="2742840" cy="27428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93"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4"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5" name="PlaceHolder 3"/>
          <p:cNvSpPr>
            <a:spLocks noGrp="1"/>
          </p:cNvSpPr>
          <p:nvPr>
            <p:ph type="ftr" idx="10"/>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96" name="PlaceHolder 4"/>
          <p:cNvSpPr>
            <a:spLocks noGrp="1"/>
          </p:cNvSpPr>
          <p:nvPr>
            <p:ph type="sldNum" idx="11"/>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40626515-2152-4898-8BC8-E79A72BB8364}"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97" name="PlaceHolder 5"/>
          <p:cNvSpPr>
            <a:spLocks noGrp="1"/>
          </p:cNvSpPr>
          <p:nvPr>
            <p:ph type="dt" idx="12"/>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8"/>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
          <p:cNvSpPr/>
          <p:nvPr/>
        </p:nvSpPr>
        <p:spPr>
          <a:xfrm>
            <a:off x="822960" y="246888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1" name=""/>
          <p:cNvSpPr/>
          <p:nvPr/>
        </p:nvSpPr>
        <p:spPr>
          <a:xfrm>
            <a:off x="4480560" y="155448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2" name=""/>
          <p:cNvSpPr/>
          <p:nvPr/>
        </p:nvSpPr>
        <p:spPr>
          <a:xfrm>
            <a:off x="6583680" y="310896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3" name=""/>
          <p:cNvSpPr/>
          <p:nvPr/>
        </p:nvSpPr>
        <p:spPr>
          <a:xfrm>
            <a:off x="1554480" y="4114800"/>
            <a:ext cx="914040" cy="657000"/>
          </a:xfrm>
          <a:custGeom>
            <a:avLst/>
            <a:gdLst>
              <a:gd name="textAreaLeft" fmla="*/ 0 w 914040"/>
              <a:gd name="textAreaRight" fmla="*/ 914400 w 914040"/>
              <a:gd name="textAreaTop" fmla="*/ 0 h 657000"/>
              <a:gd name="textAreaBottom" fmla="*/ 657360 h 657000"/>
            </a:gdLst>
            <a:ahLst/>
            <a:rect l="textAreaLeft" t="textAreaTop" r="textAreaRight" b="textAreaBottom"/>
            <a:pathLst>
              <a:path fill="none" w="2540" h="1826">
                <a:moveTo>
                  <a:pt x="0" y="0"/>
                </a:moveTo>
                <a:cubicBezTo>
                  <a:pt x="508" y="2286"/>
                  <a:pt x="2540" y="1778"/>
                  <a:pt x="2540" y="1778"/>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04" name=""/>
          <p:cNvSpPr/>
          <p:nvPr/>
        </p:nvSpPr>
        <p:spPr>
          <a:xfrm>
            <a:off x="3657600" y="1188720"/>
            <a:ext cx="822600" cy="639720"/>
          </a:xfrm>
          <a:custGeom>
            <a:avLst/>
            <a:gdLst>
              <a:gd name="textAreaLeft" fmla="*/ 0 w 822600"/>
              <a:gd name="textAreaRight" fmla="*/ 822960 w 822600"/>
              <a:gd name="textAreaTop" fmla="*/ 0 h 639720"/>
              <a:gd name="textAreaBottom" fmla="*/ 640080 h 639720"/>
            </a:gdLst>
            <a:ahLst/>
            <a:rect l="textAreaLeft" t="textAreaTop" r="textAreaRight" b="textAreaBottom"/>
            <a:pathLst>
              <a:path fill="none" w="2286" h="1778">
                <a:moveTo>
                  <a:pt x="2286" y="1778"/>
                </a:moveTo>
                <a:cubicBezTo>
                  <a:pt x="1016" y="1778"/>
                  <a:pt x="2033" y="0"/>
                  <a:pt x="0" y="0"/>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05" name=""/>
          <p:cNvSpPr/>
          <p:nvPr/>
        </p:nvSpPr>
        <p:spPr>
          <a:xfrm>
            <a:off x="7955280" y="2011680"/>
            <a:ext cx="1463760" cy="1188360"/>
          </a:xfrm>
          <a:custGeom>
            <a:avLst/>
            <a:gdLst>
              <a:gd name="textAreaLeft" fmla="*/ 0 w 1463760"/>
              <a:gd name="textAreaRight" fmla="*/ 1464120 w 1463760"/>
              <a:gd name="textAreaTop" fmla="*/ 0 h 1188360"/>
              <a:gd name="textAreaBottom" fmla="*/ 1188720 h 1188360"/>
            </a:gdLst>
            <a:ahLst/>
            <a:rect l="textAreaLeft" t="textAreaTop" r="textAreaRight" b="textAreaBottom"/>
            <a:pathLst>
              <a:path fill="none" w="4067" h="3302">
                <a:moveTo>
                  <a:pt x="3302" y="0"/>
                </a:moveTo>
                <a:cubicBezTo>
                  <a:pt x="4826" y="1016"/>
                  <a:pt x="3810" y="2286"/>
                  <a:pt x="2540" y="2286"/>
                </a:cubicBezTo>
                <a:cubicBezTo>
                  <a:pt x="1269" y="2286"/>
                  <a:pt x="253" y="2540"/>
                  <a:pt x="0" y="3302"/>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06" name=""/>
          <p:cNvSpPr/>
          <p:nvPr/>
        </p:nvSpPr>
        <p:spPr>
          <a:xfrm>
            <a:off x="2468880" y="822960"/>
            <a:ext cx="1410120" cy="1371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07" name=""/>
          <p:cNvSpPr/>
          <p:nvPr/>
        </p:nvSpPr>
        <p:spPr>
          <a:xfrm>
            <a:off x="3931920" y="466344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08" name=""/>
          <p:cNvSpPr/>
          <p:nvPr/>
        </p:nvSpPr>
        <p:spPr>
          <a:xfrm>
            <a:off x="8412480" y="1280160"/>
            <a:ext cx="1096920" cy="10054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09"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0"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1" name="PlaceHolder 3"/>
          <p:cNvSpPr>
            <a:spLocks noGrp="1"/>
          </p:cNvSpPr>
          <p:nvPr>
            <p:ph type="ftr" idx="13"/>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12" name="PlaceHolder 4"/>
          <p:cNvSpPr>
            <a:spLocks noGrp="1"/>
          </p:cNvSpPr>
          <p:nvPr>
            <p:ph type="sldNum" idx="14"/>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920541BD-D068-494A-92AB-58DE69A82428}"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13" name="PlaceHolder 5"/>
          <p:cNvSpPr>
            <a:spLocks noGrp="1"/>
          </p:cNvSpPr>
          <p:nvPr>
            <p:ph type="dt" idx="15"/>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
          <p:cNvSpPr/>
          <p:nvPr/>
        </p:nvSpPr>
        <p:spPr>
          <a:xfrm>
            <a:off x="2103480" y="3658320"/>
            <a:ext cx="164556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17" name=""/>
          <p:cNvSpPr/>
          <p:nvPr/>
        </p:nvSpPr>
        <p:spPr>
          <a:xfrm>
            <a:off x="823320" y="-27324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18" name=""/>
          <p:cNvSpPr/>
          <p:nvPr/>
        </p:nvSpPr>
        <p:spPr>
          <a:xfrm>
            <a:off x="7955640" y="310968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19" name=""/>
          <p:cNvSpPr/>
          <p:nvPr/>
        </p:nvSpPr>
        <p:spPr>
          <a:xfrm>
            <a:off x="9601560" y="915120"/>
            <a:ext cx="164556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nvGrpSpPr>
          <p:cNvPr id="120" name=""/>
          <p:cNvGrpSpPr/>
          <p:nvPr/>
        </p:nvGrpSpPr>
        <p:grpSpPr>
          <a:xfrm>
            <a:off x="3917880" y="1135080"/>
            <a:ext cx="2433240" cy="4338720"/>
            <a:chOff x="3917880" y="1135080"/>
            <a:chExt cx="2433240" cy="4338720"/>
          </a:xfrm>
        </p:grpSpPr>
        <p:sp>
          <p:nvSpPr>
            <p:cNvPr id="121" name=""/>
            <p:cNvSpPr/>
            <p:nvPr/>
          </p:nvSpPr>
          <p:spPr>
            <a:xfrm flipH="1" flipV="1" rot="5330400">
              <a:off x="4853160" y="3737880"/>
              <a:ext cx="1371240" cy="1462680"/>
            </a:xfrm>
            <a:prstGeom prst="parallelogram">
              <a:avLst>
                <a:gd name="adj" fmla="val 50564"/>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22" name=""/>
            <p:cNvSpPr/>
            <p:nvPr/>
          </p:nvSpPr>
          <p:spPr>
            <a:xfrm flipH="1" flipV="1" rot="5330400">
              <a:off x="4022640" y="2699640"/>
              <a:ext cx="1371240" cy="1462680"/>
            </a:xfrm>
            <a:prstGeom prst="parallelogram">
              <a:avLst>
                <a:gd name="adj" fmla="val 50564"/>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23" name=""/>
            <p:cNvSpPr/>
            <p:nvPr/>
          </p:nvSpPr>
          <p:spPr>
            <a:xfrm flipH="1" flipV="1" rot="5330400">
              <a:off x="4919760" y="2435400"/>
              <a:ext cx="1371240" cy="1462680"/>
            </a:xfrm>
            <a:prstGeom prst="parallelogram">
              <a:avLst>
                <a:gd name="adj" fmla="val 50564"/>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24" name=""/>
            <p:cNvSpPr/>
            <p:nvPr/>
          </p:nvSpPr>
          <p:spPr>
            <a:xfrm flipH="1" flipV="1" rot="5330400">
              <a:off x="3976560" y="1341720"/>
              <a:ext cx="1371240" cy="1462680"/>
            </a:xfrm>
            <a:prstGeom prst="parallelogram">
              <a:avLst>
                <a:gd name="adj" fmla="val 50564"/>
              </a:avLst>
            </a:prstGeom>
            <a:solidFill>
              <a:srgbClr val="6c757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25" name=""/>
            <p:cNvSpPr/>
            <p:nvPr/>
          </p:nvSpPr>
          <p:spPr>
            <a:xfrm flipH="1" flipV="1" rot="5330400">
              <a:off x="4910760" y="1103760"/>
              <a:ext cx="1371240" cy="1462680"/>
            </a:xfrm>
            <a:prstGeom prst="parallelogram">
              <a:avLst>
                <a:gd name="adj" fmla="val 50564"/>
              </a:avLst>
            </a:prstGeom>
            <a:solidFill>
              <a:srgbClr val="343a4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26" name=""/>
            <p:cNvSpPr/>
            <p:nvPr/>
          </p:nvSpPr>
          <p:spPr>
            <a:xfrm flipH="1" flipV="1" rot="5330400">
              <a:off x="4031280" y="4042080"/>
              <a:ext cx="1371240" cy="1462680"/>
            </a:xfrm>
            <a:prstGeom prst="parallelogram">
              <a:avLst>
                <a:gd name="adj" fmla="val 50564"/>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12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8"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9" name="PlaceHolder 3"/>
          <p:cNvSpPr>
            <a:spLocks noGrp="1"/>
          </p:cNvSpPr>
          <p:nvPr>
            <p:ph type="ftr" idx="16"/>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30" name="PlaceHolder 4"/>
          <p:cNvSpPr>
            <a:spLocks noGrp="1"/>
          </p:cNvSpPr>
          <p:nvPr>
            <p:ph type="sldNum" idx="17"/>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222FE513-FFDB-4363-B4EE-C0BB24C6AA39}"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31" name="PlaceHolder 5"/>
          <p:cNvSpPr>
            <a:spLocks noGrp="1"/>
          </p:cNvSpPr>
          <p:nvPr>
            <p:ph type="dt" idx="18"/>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p:nvPr/>
        </p:nvSpPr>
        <p:spPr>
          <a:xfrm>
            <a:off x="677196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35" name=""/>
          <p:cNvSpPr/>
          <p:nvPr/>
        </p:nvSpPr>
        <p:spPr>
          <a:xfrm>
            <a:off x="5813280" y="38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36" name=""/>
          <p:cNvSpPr/>
          <p:nvPr/>
        </p:nvSpPr>
        <p:spPr>
          <a:xfrm>
            <a:off x="7589520" y="256032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37" name=""/>
          <p:cNvSpPr/>
          <p:nvPr/>
        </p:nvSpPr>
        <p:spPr>
          <a:xfrm>
            <a:off x="3200400" y="7315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38" name=""/>
          <p:cNvSpPr/>
          <p:nvPr/>
        </p:nvSpPr>
        <p:spPr>
          <a:xfrm>
            <a:off x="1424160" y="34891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39" name=""/>
          <p:cNvSpPr/>
          <p:nvPr/>
        </p:nvSpPr>
        <p:spPr>
          <a:xfrm>
            <a:off x="700920" y="1900080"/>
            <a:ext cx="1401840" cy="1848600"/>
          </a:xfrm>
          <a:custGeom>
            <a:avLst/>
            <a:gdLst>
              <a:gd name="textAreaLeft" fmla="*/ 0 w 1401840"/>
              <a:gd name="textAreaRight" fmla="*/ 1402200 w 1401840"/>
              <a:gd name="textAreaTop" fmla="*/ 0 h 1848600"/>
              <a:gd name="textAreaBottom" fmla="*/ 1848960 h 1848600"/>
            </a:gdLst>
            <a:ahLst/>
            <a:rect l="textAreaLeft" t="textAreaTop" r="textAreaRight" b="textAreaBottom"/>
            <a:pathLst>
              <a:path fill="none" w="3895" h="5136">
                <a:moveTo>
                  <a:pt x="339" y="0"/>
                </a:moveTo>
                <a:cubicBezTo>
                  <a:pt x="-931" y="2540"/>
                  <a:pt x="1609" y="5588"/>
                  <a:pt x="3895" y="508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40" name=""/>
          <p:cNvSpPr/>
          <p:nvPr/>
        </p:nvSpPr>
        <p:spPr>
          <a:xfrm>
            <a:off x="3931920" y="2011680"/>
            <a:ext cx="975600" cy="1371240"/>
          </a:xfrm>
          <a:custGeom>
            <a:avLst/>
            <a:gdLst>
              <a:gd name="textAreaLeft" fmla="*/ 0 w 975600"/>
              <a:gd name="textAreaRight" fmla="*/ 975960 w 975600"/>
              <a:gd name="textAreaTop" fmla="*/ 0 h 1371240"/>
              <a:gd name="textAreaBottom" fmla="*/ 1371600 h 1371240"/>
            </a:gdLst>
            <a:ahLst/>
            <a:rect l="textAreaLeft" t="textAreaTop" r="textAreaRight" b="textAreaBottom"/>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41" name=""/>
          <p:cNvSpPr/>
          <p:nvPr/>
        </p:nvSpPr>
        <p:spPr>
          <a:xfrm>
            <a:off x="7724880" y="2103120"/>
            <a:ext cx="778680" cy="1462680"/>
          </a:xfrm>
          <a:custGeom>
            <a:avLst/>
            <a:gdLst>
              <a:gd name="textAreaLeft" fmla="*/ 0 w 778680"/>
              <a:gd name="textAreaRight" fmla="*/ 779040 w 778680"/>
              <a:gd name="textAreaTop" fmla="*/ 0 h 1462680"/>
              <a:gd name="textAreaBottom" fmla="*/ 1463040 h 1462680"/>
            </a:gdLst>
            <a:ahLst/>
            <a:rect l="textAreaLeft" t="textAreaTop" r="textAreaRight" b="textAreaBottom"/>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42" name=""/>
          <p:cNvSpPr/>
          <p:nvPr/>
        </p:nvSpPr>
        <p:spPr>
          <a:xfrm>
            <a:off x="1424160" y="47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43" name=""/>
          <p:cNvSpPr/>
          <p:nvPr/>
        </p:nvSpPr>
        <p:spPr>
          <a:xfrm>
            <a:off x="288720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44"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5"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6" name="PlaceHolder 3"/>
          <p:cNvSpPr>
            <a:spLocks noGrp="1"/>
          </p:cNvSpPr>
          <p:nvPr>
            <p:ph type="ftr" idx="19"/>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47" name="PlaceHolder 4"/>
          <p:cNvSpPr>
            <a:spLocks noGrp="1"/>
          </p:cNvSpPr>
          <p:nvPr>
            <p:ph type="sldNum" idx="20"/>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10840E46-01CC-4C09-B0BD-7D6935FD4D21}"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48" name="PlaceHolder 5"/>
          <p:cNvSpPr>
            <a:spLocks noGrp="1"/>
          </p:cNvSpPr>
          <p:nvPr>
            <p:ph type="dt" idx="21"/>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
          <p:cNvSpPr/>
          <p:nvPr/>
        </p:nvSpPr>
        <p:spPr>
          <a:xfrm>
            <a:off x="677196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52" name=""/>
          <p:cNvSpPr/>
          <p:nvPr/>
        </p:nvSpPr>
        <p:spPr>
          <a:xfrm>
            <a:off x="5813280" y="38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53" name=""/>
          <p:cNvSpPr/>
          <p:nvPr/>
        </p:nvSpPr>
        <p:spPr>
          <a:xfrm>
            <a:off x="7589520" y="256032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54" name=""/>
          <p:cNvSpPr/>
          <p:nvPr/>
        </p:nvSpPr>
        <p:spPr>
          <a:xfrm>
            <a:off x="3200400" y="7315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55" name=""/>
          <p:cNvSpPr/>
          <p:nvPr/>
        </p:nvSpPr>
        <p:spPr>
          <a:xfrm>
            <a:off x="1424160" y="34891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56" name=""/>
          <p:cNvSpPr/>
          <p:nvPr/>
        </p:nvSpPr>
        <p:spPr>
          <a:xfrm>
            <a:off x="700920" y="1900080"/>
            <a:ext cx="1401840" cy="1848600"/>
          </a:xfrm>
          <a:custGeom>
            <a:avLst/>
            <a:gdLst>
              <a:gd name="textAreaLeft" fmla="*/ 0 w 1401840"/>
              <a:gd name="textAreaRight" fmla="*/ 1402200 w 1401840"/>
              <a:gd name="textAreaTop" fmla="*/ 0 h 1848600"/>
              <a:gd name="textAreaBottom" fmla="*/ 1848960 h 1848600"/>
            </a:gdLst>
            <a:ahLst/>
            <a:rect l="textAreaLeft" t="textAreaTop" r="textAreaRight" b="textAreaBottom"/>
            <a:pathLst>
              <a:path fill="none" w="3895" h="5136">
                <a:moveTo>
                  <a:pt x="339" y="0"/>
                </a:moveTo>
                <a:cubicBezTo>
                  <a:pt x="-931" y="2540"/>
                  <a:pt x="1609" y="5588"/>
                  <a:pt x="3895" y="508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57" name=""/>
          <p:cNvSpPr/>
          <p:nvPr/>
        </p:nvSpPr>
        <p:spPr>
          <a:xfrm>
            <a:off x="3931920" y="2011680"/>
            <a:ext cx="975600" cy="1371240"/>
          </a:xfrm>
          <a:custGeom>
            <a:avLst/>
            <a:gdLst>
              <a:gd name="textAreaLeft" fmla="*/ 0 w 975600"/>
              <a:gd name="textAreaRight" fmla="*/ 975960 w 975600"/>
              <a:gd name="textAreaTop" fmla="*/ 0 h 1371240"/>
              <a:gd name="textAreaBottom" fmla="*/ 1371600 h 1371240"/>
            </a:gdLst>
            <a:ahLst/>
            <a:rect l="textAreaLeft" t="textAreaTop" r="textAreaRight" b="textAreaBottom"/>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58" name=""/>
          <p:cNvSpPr/>
          <p:nvPr/>
        </p:nvSpPr>
        <p:spPr>
          <a:xfrm>
            <a:off x="7724880" y="2103120"/>
            <a:ext cx="778680" cy="1462680"/>
          </a:xfrm>
          <a:custGeom>
            <a:avLst/>
            <a:gdLst>
              <a:gd name="textAreaLeft" fmla="*/ 0 w 778680"/>
              <a:gd name="textAreaRight" fmla="*/ 779040 w 778680"/>
              <a:gd name="textAreaTop" fmla="*/ 0 h 1462680"/>
              <a:gd name="textAreaBottom" fmla="*/ 1463040 h 1462680"/>
            </a:gdLst>
            <a:ahLst/>
            <a:rect l="textAreaLeft" t="textAreaTop" r="textAreaRight" b="textAreaBottom"/>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59" name=""/>
          <p:cNvSpPr/>
          <p:nvPr/>
        </p:nvSpPr>
        <p:spPr>
          <a:xfrm>
            <a:off x="1424160" y="47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60" name=""/>
          <p:cNvSpPr/>
          <p:nvPr/>
        </p:nvSpPr>
        <p:spPr>
          <a:xfrm>
            <a:off x="288720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61" name="PlaceHolder 1"/>
          <p:cNvSpPr>
            <a:spLocks noGrp="1"/>
          </p:cNvSpPr>
          <p:nvPr>
            <p:ph type="ftr" idx="22"/>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62" name="PlaceHolder 2"/>
          <p:cNvSpPr>
            <a:spLocks noGrp="1"/>
          </p:cNvSpPr>
          <p:nvPr>
            <p:ph type="sldNum" idx="23"/>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DBB45A65-9AD9-4599-AD65-5E482BBF9264}"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63" name="PlaceHolder 3"/>
          <p:cNvSpPr>
            <a:spLocks noGrp="1"/>
          </p:cNvSpPr>
          <p:nvPr>
            <p:ph type="dt" idx="24"/>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4"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6" name=""/>
          <p:cNvGrpSpPr/>
          <p:nvPr/>
        </p:nvGrpSpPr>
        <p:grpSpPr>
          <a:xfrm>
            <a:off x="2982960" y="1585440"/>
            <a:ext cx="5982120" cy="3149640"/>
            <a:chOff x="2982960" y="1585440"/>
            <a:chExt cx="5982120" cy="3149640"/>
          </a:xfrm>
        </p:grpSpPr>
        <p:sp>
          <p:nvSpPr>
            <p:cNvPr id="167" name=""/>
            <p:cNvSpPr/>
            <p:nvPr/>
          </p:nvSpPr>
          <p:spPr>
            <a:xfrm>
              <a:off x="3570480" y="1888200"/>
              <a:ext cx="4926960" cy="262296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68" name=""/>
            <p:cNvSpPr/>
            <p:nvPr/>
          </p:nvSpPr>
          <p:spPr>
            <a:xfrm>
              <a:off x="3763800" y="1585440"/>
              <a:ext cx="4926960" cy="2622960"/>
            </a:xfrm>
            <a:prstGeom prst="rect">
              <a:avLst/>
            </a:prstGeom>
            <a:noFill/>
            <a:ln w="18360">
              <a:solidFill>
                <a:srgbClr val="000000"/>
              </a:solidFill>
              <a:round/>
            </a:ln>
          </p:spPr>
          <p:style>
            <a:lnRef idx="0"/>
            <a:fillRef idx="0"/>
            <a:effectRef idx="0"/>
            <a:fontRef idx="minor"/>
          </p:style>
          <p:txBody>
            <a:bodyPr wrap="none" lIns="99000" rIns="99000" tIns="54000" bIns="54000" anchor="ctr">
              <a:noAutofit/>
            </a:bodyPr>
            <a:p>
              <a:pPr>
                <a:lnSpc>
                  <a:spcPct val="100000"/>
                </a:lnSpc>
              </a:pPr>
              <a:endParaRPr b="0" lang="en-US" sz="1800" spc="-1" strike="noStrike">
                <a:solidFill>
                  <a:srgbClr val="000000"/>
                </a:solidFill>
                <a:latin typeface="Noto Sans"/>
                <a:ea typeface="DejaVu Sans"/>
              </a:endParaRPr>
            </a:p>
          </p:txBody>
        </p:sp>
        <p:sp>
          <p:nvSpPr>
            <p:cNvPr id="169" name=""/>
            <p:cNvSpPr/>
            <p:nvPr/>
          </p:nvSpPr>
          <p:spPr>
            <a:xfrm>
              <a:off x="3844800" y="1768320"/>
              <a:ext cx="1096920" cy="147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8000" spc="-1" strike="noStrike">
                  <a:solidFill>
                    <a:srgbClr val="000000"/>
                  </a:solidFill>
                  <a:latin typeface="Noto Sans"/>
                </a:rPr>
                <a:t>“</a:t>
              </a:r>
              <a:endParaRPr b="0" lang="en-US" sz="8000" spc="-1" strike="noStrike">
                <a:solidFill>
                  <a:srgbClr val="000000"/>
                </a:solidFill>
                <a:latin typeface="Arial"/>
              </a:endParaRPr>
            </a:p>
          </p:txBody>
        </p:sp>
        <p:sp>
          <p:nvSpPr>
            <p:cNvPr id="170" name=""/>
            <p:cNvSpPr/>
            <p:nvPr/>
          </p:nvSpPr>
          <p:spPr>
            <a:xfrm>
              <a:off x="7868160" y="3399840"/>
              <a:ext cx="1096920" cy="133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7200" spc="-1" strike="noStrike">
                  <a:solidFill>
                    <a:srgbClr val="000000"/>
                  </a:solidFill>
                  <a:latin typeface="Noto Sans"/>
                </a:rPr>
                <a:t>”</a:t>
              </a:r>
              <a:endParaRPr b="0" lang="en-US" sz="7200" spc="-1" strike="noStrike">
                <a:solidFill>
                  <a:srgbClr val="000000"/>
                </a:solidFill>
                <a:latin typeface="Arial"/>
              </a:endParaRPr>
            </a:p>
          </p:txBody>
        </p:sp>
        <p:sp>
          <p:nvSpPr>
            <p:cNvPr id="171" name=""/>
            <p:cNvSpPr/>
            <p:nvPr/>
          </p:nvSpPr>
          <p:spPr>
            <a:xfrm>
              <a:off x="2982960" y="4117320"/>
              <a:ext cx="1044360" cy="30240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nvGrpSpPr>
          <p:cNvPr id="172" name=""/>
          <p:cNvGrpSpPr/>
          <p:nvPr/>
        </p:nvGrpSpPr>
        <p:grpSpPr>
          <a:xfrm>
            <a:off x="-2093400" y="-402120"/>
            <a:ext cx="4945680" cy="8521200"/>
            <a:chOff x="-2093400" y="-402120"/>
            <a:chExt cx="4945680" cy="8521200"/>
          </a:xfrm>
        </p:grpSpPr>
        <p:sp>
          <p:nvSpPr>
            <p:cNvPr id="173" name=""/>
            <p:cNvSpPr/>
            <p:nvPr/>
          </p:nvSpPr>
          <p:spPr>
            <a:xfrm>
              <a:off x="-893160" y="4486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74" name=""/>
            <p:cNvSpPr/>
            <p:nvPr/>
          </p:nvSpPr>
          <p:spPr>
            <a:xfrm rot="5358000">
              <a:off x="-896760" y="5153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75" name=""/>
            <p:cNvSpPr/>
            <p:nvPr/>
          </p:nvSpPr>
          <p:spPr>
            <a:xfrm>
              <a:off x="-228960" y="5161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76" name=""/>
            <p:cNvSpPr/>
            <p:nvPr/>
          </p:nvSpPr>
          <p:spPr>
            <a:xfrm rot="5358000">
              <a:off x="-219600" y="4488840"/>
              <a:ext cx="1068120" cy="766080"/>
            </a:xfrm>
            <a:custGeom>
              <a:avLst/>
              <a:gdLst>
                <a:gd name="textAreaLeft" fmla="*/ 276840 w 1068120"/>
                <a:gd name="textAreaRight" fmla="*/ 791640 w 106812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77" name=""/>
            <p:cNvSpPr/>
            <p:nvPr/>
          </p:nvSpPr>
          <p:spPr>
            <a:xfrm>
              <a:off x="-228960" y="3826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78" name=""/>
            <p:cNvSpPr/>
            <p:nvPr/>
          </p:nvSpPr>
          <p:spPr>
            <a:xfrm rot="5358000">
              <a:off x="-1585440" y="44942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79" name=""/>
            <p:cNvSpPr/>
            <p:nvPr/>
          </p:nvSpPr>
          <p:spPr>
            <a:xfrm rot="5358000">
              <a:off x="-2237760" y="5170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80" name=""/>
            <p:cNvSpPr/>
            <p:nvPr/>
          </p:nvSpPr>
          <p:spPr>
            <a:xfrm rot="5358000">
              <a:off x="-896400" y="3821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81" name=""/>
            <p:cNvSpPr/>
            <p:nvPr/>
          </p:nvSpPr>
          <p:spPr>
            <a:xfrm rot="5358000">
              <a:off x="-221400" y="3154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82" name=""/>
            <p:cNvSpPr/>
            <p:nvPr/>
          </p:nvSpPr>
          <p:spPr>
            <a:xfrm>
              <a:off x="455040" y="4477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83" name=""/>
            <p:cNvSpPr/>
            <p:nvPr/>
          </p:nvSpPr>
          <p:spPr>
            <a:xfrm rot="5358000">
              <a:off x="470880" y="3821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84" name=""/>
            <p:cNvSpPr/>
            <p:nvPr/>
          </p:nvSpPr>
          <p:spPr>
            <a:xfrm>
              <a:off x="1158840" y="5170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85" name=""/>
            <p:cNvSpPr/>
            <p:nvPr/>
          </p:nvSpPr>
          <p:spPr>
            <a:xfrm>
              <a:off x="-1561680" y="51627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86" name=""/>
            <p:cNvSpPr/>
            <p:nvPr/>
          </p:nvSpPr>
          <p:spPr>
            <a:xfrm rot="5358000">
              <a:off x="461880" y="5170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87" name=""/>
            <p:cNvSpPr/>
            <p:nvPr/>
          </p:nvSpPr>
          <p:spPr>
            <a:xfrm flipH="1" rot="16242000">
              <a:off x="-231840" y="1793520"/>
              <a:ext cx="1068480" cy="766080"/>
            </a:xfrm>
            <a:custGeom>
              <a:avLst/>
              <a:gdLst>
                <a:gd name="textAreaLeft" fmla="*/ 276840 w 1068480"/>
                <a:gd name="textAreaRight" fmla="*/ 79164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88" name=""/>
            <p:cNvSpPr/>
            <p:nvPr/>
          </p:nvSpPr>
          <p:spPr>
            <a:xfrm flipH="1" rot="16242000">
              <a:off x="419760" y="2469600"/>
              <a:ext cx="1068480" cy="766080"/>
            </a:xfrm>
            <a:custGeom>
              <a:avLst/>
              <a:gdLst>
                <a:gd name="textAreaLeft" fmla="*/ 276840 w 1068480"/>
                <a:gd name="textAreaRight" fmla="*/ 79164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89" name=""/>
            <p:cNvSpPr/>
            <p:nvPr/>
          </p:nvSpPr>
          <p:spPr>
            <a:xfrm flipH="1">
              <a:off x="-247320" y="2462040"/>
              <a:ext cx="1072800" cy="766080"/>
            </a:xfrm>
            <a:custGeom>
              <a:avLst/>
              <a:gdLst>
                <a:gd name="textAreaLeft" fmla="*/ 278640 w 1072800"/>
                <a:gd name="textAreaRight" fmla="*/ 79524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90" name=""/>
            <p:cNvSpPr/>
            <p:nvPr/>
          </p:nvSpPr>
          <p:spPr>
            <a:xfrm>
              <a:off x="1107720" y="1135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91" name=""/>
            <p:cNvSpPr/>
            <p:nvPr/>
          </p:nvSpPr>
          <p:spPr>
            <a:xfrm rot="5358000">
              <a:off x="1103400" y="18014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92" name=""/>
            <p:cNvSpPr/>
            <p:nvPr/>
          </p:nvSpPr>
          <p:spPr>
            <a:xfrm rot="5358000">
              <a:off x="414720" y="11426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93" name=""/>
            <p:cNvSpPr/>
            <p:nvPr/>
          </p:nvSpPr>
          <p:spPr>
            <a:xfrm>
              <a:off x="439200" y="18111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94" name=""/>
            <p:cNvSpPr/>
            <p:nvPr/>
          </p:nvSpPr>
          <p:spPr>
            <a:xfrm>
              <a:off x="423720" y="451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95" name=""/>
            <p:cNvSpPr/>
            <p:nvPr/>
          </p:nvSpPr>
          <p:spPr>
            <a:xfrm rot="5358000">
              <a:off x="-245880" y="43848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96" name=""/>
            <p:cNvSpPr/>
            <p:nvPr/>
          </p:nvSpPr>
          <p:spPr>
            <a:xfrm rot="5358000">
              <a:off x="435240" y="-2462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197" name=""/>
            <p:cNvSpPr/>
            <p:nvPr/>
          </p:nvSpPr>
          <p:spPr>
            <a:xfrm>
              <a:off x="1779480" y="179460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98" name=""/>
            <p:cNvSpPr/>
            <p:nvPr/>
          </p:nvSpPr>
          <p:spPr>
            <a:xfrm>
              <a:off x="1106280" y="-257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199" name=""/>
            <p:cNvSpPr/>
            <p:nvPr/>
          </p:nvSpPr>
          <p:spPr>
            <a:xfrm>
              <a:off x="-908280" y="17906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6"/>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00" name=""/>
            <p:cNvSpPr/>
            <p:nvPr/>
          </p:nvSpPr>
          <p:spPr>
            <a:xfrm rot="5358000">
              <a:off x="-245160" y="582480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01" name=""/>
            <p:cNvSpPr/>
            <p:nvPr/>
          </p:nvSpPr>
          <p:spPr>
            <a:xfrm>
              <a:off x="427320" y="58539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7"/>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02" name=""/>
            <p:cNvSpPr/>
            <p:nvPr/>
          </p:nvSpPr>
          <p:spPr>
            <a:xfrm>
              <a:off x="-236880" y="6494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03" name=""/>
            <p:cNvSpPr/>
            <p:nvPr/>
          </p:nvSpPr>
          <p:spPr>
            <a:xfrm rot="5358000">
              <a:off x="-929160" y="650160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04" name=""/>
            <p:cNvSpPr/>
            <p:nvPr/>
          </p:nvSpPr>
          <p:spPr>
            <a:xfrm rot="5358000">
              <a:off x="-246240" y="7197120"/>
              <a:ext cx="1068120" cy="766080"/>
            </a:xfrm>
            <a:custGeom>
              <a:avLst/>
              <a:gdLst>
                <a:gd name="textAreaLeft" fmla="*/ 276840 w 1068120"/>
                <a:gd name="textAreaRight" fmla="*/ 791640 w 106812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05" name=""/>
            <p:cNvSpPr/>
            <p:nvPr/>
          </p:nvSpPr>
          <p:spPr>
            <a:xfrm rot="5358000">
              <a:off x="426960" y="651816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06" name=""/>
            <p:cNvSpPr/>
            <p:nvPr/>
          </p:nvSpPr>
          <p:spPr>
            <a:xfrm>
              <a:off x="1103400" y="6530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grpSp>
      <p:sp>
        <p:nvSpPr>
          <p:cNvPr id="207" name=""/>
          <p:cNvSpPr/>
          <p:nvPr/>
        </p:nvSpPr>
        <p:spPr>
          <a:xfrm>
            <a:off x="8538120" y="3877200"/>
            <a:ext cx="975600" cy="1371240"/>
          </a:xfrm>
          <a:custGeom>
            <a:avLst/>
            <a:gdLst>
              <a:gd name="textAreaLeft" fmla="*/ 0 w 975600"/>
              <a:gd name="textAreaRight" fmla="*/ 975960 w 975600"/>
              <a:gd name="textAreaTop" fmla="*/ 0 h 1371240"/>
              <a:gd name="textAreaBottom" fmla="*/ 1371600 h 1371240"/>
            </a:gdLst>
            <a:ahLst/>
            <a:rect l="textAreaLeft" t="textAreaTop" r="textAreaRight" b="textAreaBottom"/>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noFill/>
          <a:ln w="36720">
            <a:solidFill>
              <a:srgbClr val="666666"/>
            </a:solidFill>
            <a:custDash>
              <a:ds d="600000" sp="300000"/>
            </a:custDash>
            <a:round/>
            <a:headEnd len="sm" type="oval" w="lg"/>
            <a:tailEnd len="sm" type="oval" w="lg"/>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208" name=""/>
          <p:cNvSpPr/>
          <p:nvPr/>
        </p:nvSpPr>
        <p:spPr>
          <a:xfrm>
            <a:off x="7372080" y="497448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09" name=""/>
          <p:cNvSpPr/>
          <p:nvPr/>
        </p:nvSpPr>
        <p:spPr>
          <a:xfrm>
            <a:off x="7868160" y="-329040"/>
            <a:ext cx="2011320" cy="20113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10"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1"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2" name="PlaceHolder 3"/>
          <p:cNvSpPr>
            <a:spLocks noGrp="1"/>
          </p:cNvSpPr>
          <p:nvPr>
            <p:ph type="ftr" idx="25"/>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13" name="PlaceHolder 4"/>
          <p:cNvSpPr>
            <a:spLocks noGrp="1"/>
          </p:cNvSpPr>
          <p:nvPr>
            <p:ph type="sldNum" idx="26"/>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CED714D6-7581-408E-8664-2CD1C98E26A8}"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14" name="PlaceHolder 5"/>
          <p:cNvSpPr>
            <a:spLocks noGrp="1"/>
          </p:cNvSpPr>
          <p:nvPr>
            <p:ph type="dt" idx="27"/>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8"/>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
          <p:cNvSpPr/>
          <p:nvPr/>
        </p:nvSpPr>
        <p:spPr>
          <a:xfrm>
            <a:off x="8266320" y="41155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18" name=""/>
          <p:cNvSpPr/>
          <p:nvPr/>
        </p:nvSpPr>
        <p:spPr>
          <a:xfrm>
            <a:off x="7717680" y="-54828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nvGrpSpPr>
          <p:cNvPr id="219" name=""/>
          <p:cNvGrpSpPr/>
          <p:nvPr/>
        </p:nvGrpSpPr>
        <p:grpSpPr>
          <a:xfrm>
            <a:off x="-147240" y="-296640"/>
            <a:ext cx="915120" cy="1280520"/>
            <a:chOff x="-147240" y="-296640"/>
            <a:chExt cx="915120" cy="1280520"/>
          </a:xfrm>
        </p:grpSpPr>
        <p:sp>
          <p:nvSpPr>
            <p:cNvPr id="220" name=""/>
            <p:cNvSpPr/>
            <p:nvPr/>
          </p:nvSpPr>
          <p:spPr>
            <a:xfrm flipV="1" rot="5395800">
              <a:off x="219240" y="800640"/>
              <a:ext cx="182520" cy="182520"/>
            </a:xfrm>
            <a:prstGeom prst="ellipse">
              <a:avLst/>
            </a:prstGeom>
            <a:blipFill rotWithShape="0">
              <a:blip r:embed="rId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1" name=""/>
            <p:cNvSpPr/>
            <p:nvPr/>
          </p:nvSpPr>
          <p:spPr>
            <a:xfrm flipV="1" rot="5395800">
              <a:off x="218880" y="434880"/>
              <a:ext cx="182520" cy="182520"/>
            </a:xfrm>
            <a:prstGeom prst="ellipse">
              <a:avLst/>
            </a:prstGeom>
            <a:blipFill rotWithShape="0">
              <a:blip r:embed="rId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2" name=""/>
            <p:cNvSpPr/>
            <p:nvPr/>
          </p:nvSpPr>
          <p:spPr>
            <a:xfrm flipV="1" rot="5395800">
              <a:off x="218520" y="69480"/>
              <a:ext cx="182520" cy="182520"/>
            </a:xfrm>
            <a:prstGeom prst="ellipse">
              <a:avLst/>
            </a:prstGeom>
            <a:blipFill rotWithShape="0">
              <a:blip r:embed="rId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3" name=""/>
            <p:cNvSpPr/>
            <p:nvPr/>
          </p:nvSpPr>
          <p:spPr>
            <a:xfrm flipV="1" rot="5395800">
              <a:off x="217800" y="-295920"/>
              <a:ext cx="182520" cy="182520"/>
            </a:xfrm>
            <a:prstGeom prst="ellipse">
              <a:avLst/>
            </a:prstGeom>
            <a:blipFill rotWithShape="0">
              <a:blip r:embed="rId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4" name=""/>
            <p:cNvSpPr/>
            <p:nvPr/>
          </p:nvSpPr>
          <p:spPr>
            <a:xfrm flipV="1" rot="5395800">
              <a:off x="583920" y="-296280"/>
              <a:ext cx="182520" cy="182520"/>
            </a:xfrm>
            <a:prstGeom prst="ellipse">
              <a:avLst/>
            </a:prstGeom>
            <a:blipFill rotWithShape="0">
              <a:blip r:embed="rId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5" name=""/>
            <p:cNvSpPr/>
            <p:nvPr/>
          </p:nvSpPr>
          <p:spPr>
            <a:xfrm flipV="1" rot="5395800">
              <a:off x="584280" y="68760"/>
              <a:ext cx="182520" cy="182520"/>
            </a:xfrm>
            <a:prstGeom prst="ellipse">
              <a:avLst/>
            </a:prstGeom>
            <a:blipFill rotWithShape="0">
              <a:blip r:embed="rId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6" name=""/>
            <p:cNvSpPr/>
            <p:nvPr/>
          </p:nvSpPr>
          <p:spPr>
            <a:xfrm flipV="1" rot="5395800">
              <a:off x="584280" y="434520"/>
              <a:ext cx="182520" cy="182520"/>
            </a:xfrm>
            <a:prstGeom prst="ellipse">
              <a:avLst/>
            </a:prstGeom>
            <a:blipFill rotWithShape="0">
              <a:blip r:embed="rId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7" name=""/>
            <p:cNvSpPr/>
            <p:nvPr/>
          </p:nvSpPr>
          <p:spPr>
            <a:xfrm flipV="1" rot="5395800">
              <a:off x="585000" y="800640"/>
              <a:ext cx="182520" cy="182520"/>
            </a:xfrm>
            <a:prstGeom prst="ellipse">
              <a:avLst/>
            </a:prstGeom>
            <a:blipFill rotWithShape="0">
              <a:blip r:embed="rId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8" name=""/>
            <p:cNvSpPr/>
            <p:nvPr/>
          </p:nvSpPr>
          <p:spPr>
            <a:xfrm flipV="1" rot="5395800">
              <a:off x="-145800" y="801000"/>
              <a:ext cx="182520" cy="182520"/>
            </a:xfrm>
            <a:prstGeom prst="ellipse">
              <a:avLst/>
            </a:prstGeom>
            <a:blipFill rotWithShape="0">
              <a:blip r:embed="rId1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29" name=""/>
            <p:cNvSpPr/>
            <p:nvPr/>
          </p:nvSpPr>
          <p:spPr>
            <a:xfrm flipV="1" rot="5395800">
              <a:off x="-146520" y="435600"/>
              <a:ext cx="182520" cy="182520"/>
            </a:xfrm>
            <a:prstGeom prst="ellipse">
              <a:avLst/>
            </a:prstGeom>
            <a:blipFill rotWithShape="0">
              <a:blip r:embed="rId1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0" name=""/>
            <p:cNvSpPr/>
            <p:nvPr/>
          </p:nvSpPr>
          <p:spPr>
            <a:xfrm flipV="1" rot="5395800">
              <a:off x="-146520" y="69480"/>
              <a:ext cx="182520" cy="182520"/>
            </a:xfrm>
            <a:prstGeom prst="ellipse">
              <a:avLst/>
            </a:prstGeom>
            <a:blipFill rotWithShape="0">
              <a:blip r:embed="rId1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1" name=""/>
            <p:cNvSpPr/>
            <p:nvPr/>
          </p:nvSpPr>
          <p:spPr>
            <a:xfrm flipV="1" rot="5395800">
              <a:off x="-146880" y="-295560"/>
              <a:ext cx="182520" cy="182520"/>
            </a:xfrm>
            <a:prstGeom prst="ellipse">
              <a:avLst/>
            </a:prstGeom>
            <a:blipFill rotWithShape="0">
              <a:blip r:embed="rId1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nvGrpSpPr>
          <p:cNvPr id="232" name=""/>
          <p:cNvGrpSpPr/>
          <p:nvPr/>
        </p:nvGrpSpPr>
        <p:grpSpPr>
          <a:xfrm>
            <a:off x="9545040" y="4645080"/>
            <a:ext cx="915480" cy="1280880"/>
            <a:chOff x="9545040" y="4645080"/>
            <a:chExt cx="915480" cy="1280880"/>
          </a:xfrm>
        </p:grpSpPr>
        <p:sp>
          <p:nvSpPr>
            <p:cNvPr id="233" name=""/>
            <p:cNvSpPr/>
            <p:nvPr/>
          </p:nvSpPr>
          <p:spPr>
            <a:xfrm flipV="1" rot="5395800">
              <a:off x="9911880" y="5742720"/>
              <a:ext cx="182520" cy="182520"/>
            </a:xfrm>
            <a:prstGeom prst="ellipse">
              <a:avLst/>
            </a:prstGeom>
            <a:blipFill rotWithShape="0">
              <a:blip r:embed="rId1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4" name=""/>
            <p:cNvSpPr/>
            <p:nvPr/>
          </p:nvSpPr>
          <p:spPr>
            <a:xfrm flipV="1" rot="5395800">
              <a:off x="9911520" y="5376960"/>
              <a:ext cx="182520" cy="182520"/>
            </a:xfrm>
            <a:prstGeom prst="ellipse">
              <a:avLst/>
            </a:prstGeom>
            <a:blipFill rotWithShape="0">
              <a:blip r:embed="rId1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5" name=""/>
            <p:cNvSpPr/>
            <p:nvPr/>
          </p:nvSpPr>
          <p:spPr>
            <a:xfrm flipV="1" rot="5395800">
              <a:off x="9911160" y="5011560"/>
              <a:ext cx="182520" cy="182520"/>
            </a:xfrm>
            <a:prstGeom prst="ellipse">
              <a:avLst/>
            </a:prstGeom>
            <a:blipFill rotWithShape="0">
              <a:blip r:embed="rId1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6" name=""/>
            <p:cNvSpPr/>
            <p:nvPr/>
          </p:nvSpPr>
          <p:spPr>
            <a:xfrm flipV="1" rot="5395800">
              <a:off x="9910440" y="4645440"/>
              <a:ext cx="182520" cy="182520"/>
            </a:xfrm>
            <a:prstGeom prst="ellipse">
              <a:avLst/>
            </a:prstGeom>
            <a:blipFill rotWithShape="0">
              <a:blip r:embed="rId1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7" name=""/>
            <p:cNvSpPr/>
            <p:nvPr/>
          </p:nvSpPr>
          <p:spPr>
            <a:xfrm flipV="1" rot="5395800">
              <a:off x="10276560" y="4645080"/>
              <a:ext cx="182520" cy="182520"/>
            </a:xfrm>
            <a:prstGeom prst="ellipse">
              <a:avLst/>
            </a:prstGeom>
            <a:blipFill rotWithShape="0">
              <a:blip r:embed="rId1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8" name=""/>
            <p:cNvSpPr/>
            <p:nvPr/>
          </p:nvSpPr>
          <p:spPr>
            <a:xfrm flipV="1" rot="5395800">
              <a:off x="10276920" y="5010840"/>
              <a:ext cx="182520" cy="182520"/>
            </a:xfrm>
            <a:prstGeom prst="ellipse">
              <a:avLst/>
            </a:prstGeom>
            <a:blipFill rotWithShape="0">
              <a:blip r:embed="rId1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39" name=""/>
            <p:cNvSpPr/>
            <p:nvPr/>
          </p:nvSpPr>
          <p:spPr>
            <a:xfrm flipV="1" rot="5395800">
              <a:off x="10276920" y="5376600"/>
              <a:ext cx="182520" cy="182520"/>
            </a:xfrm>
            <a:prstGeom prst="ellipse">
              <a:avLst/>
            </a:prstGeom>
            <a:blipFill rotWithShape="0">
              <a:blip r:embed="rId2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40" name=""/>
            <p:cNvSpPr/>
            <p:nvPr/>
          </p:nvSpPr>
          <p:spPr>
            <a:xfrm flipV="1" rot="5395800">
              <a:off x="10277640" y="5742720"/>
              <a:ext cx="182520" cy="182520"/>
            </a:xfrm>
            <a:prstGeom prst="ellipse">
              <a:avLst/>
            </a:prstGeom>
            <a:blipFill rotWithShape="0">
              <a:blip r:embed="rId2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41" name=""/>
            <p:cNvSpPr/>
            <p:nvPr/>
          </p:nvSpPr>
          <p:spPr>
            <a:xfrm flipV="1" rot="5395800">
              <a:off x="9546120" y="5743080"/>
              <a:ext cx="182520" cy="182520"/>
            </a:xfrm>
            <a:prstGeom prst="ellipse">
              <a:avLst/>
            </a:prstGeom>
            <a:blipFill rotWithShape="0">
              <a:blip r:embed="rId2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42" name=""/>
            <p:cNvSpPr/>
            <p:nvPr/>
          </p:nvSpPr>
          <p:spPr>
            <a:xfrm flipV="1" rot="5395800">
              <a:off x="9545400" y="5377680"/>
              <a:ext cx="182520" cy="182520"/>
            </a:xfrm>
            <a:prstGeom prst="ellipse">
              <a:avLst/>
            </a:prstGeom>
            <a:blipFill rotWithShape="0">
              <a:blip r:embed="rId2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43" name=""/>
            <p:cNvSpPr/>
            <p:nvPr/>
          </p:nvSpPr>
          <p:spPr>
            <a:xfrm flipV="1" rot="5395800">
              <a:off x="9545400" y="5011560"/>
              <a:ext cx="182520" cy="182520"/>
            </a:xfrm>
            <a:prstGeom prst="ellipse">
              <a:avLst/>
            </a:prstGeom>
            <a:blipFill rotWithShape="0">
              <a:blip r:embed="rId2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44" name=""/>
            <p:cNvSpPr/>
            <p:nvPr/>
          </p:nvSpPr>
          <p:spPr>
            <a:xfrm flipV="1" rot="5395800">
              <a:off x="9545040" y="4645800"/>
              <a:ext cx="182520" cy="182520"/>
            </a:xfrm>
            <a:prstGeom prst="ellipse">
              <a:avLst/>
            </a:prstGeom>
            <a:blipFill rotWithShape="0">
              <a:blip r:embed="rId2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245" name=""/>
          <p:cNvSpPr/>
          <p:nvPr/>
        </p:nvSpPr>
        <p:spPr>
          <a:xfrm>
            <a:off x="-146160" y="31093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46"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7"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8" name="PlaceHolder 3"/>
          <p:cNvSpPr>
            <a:spLocks noGrp="1"/>
          </p:cNvSpPr>
          <p:nvPr>
            <p:ph type="ftr" idx="28"/>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49" name="PlaceHolder 4"/>
          <p:cNvSpPr>
            <a:spLocks noGrp="1"/>
          </p:cNvSpPr>
          <p:nvPr>
            <p:ph type="sldNum" idx="29"/>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ACF29D1C-19D2-4C89-9664-AF7DDEAF36C6}"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50" name="PlaceHolder 5"/>
          <p:cNvSpPr>
            <a:spLocks noGrp="1"/>
          </p:cNvSpPr>
          <p:nvPr>
            <p:ph type="dt" idx="30"/>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6"/>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
          <p:cNvSpPr/>
          <p:nvPr/>
        </p:nvSpPr>
        <p:spPr>
          <a:xfrm>
            <a:off x="8266320" y="41155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54" name=""/>
          <p:cNvSpPr/>
          <p:nvPr/>
        </p:nvSpPr>
        <p:spPr>
          <a:xfrm>
            <a:off x="7717680" y="-54828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nvGrpSpPr>
          <p:cNvPr id="255" name=""/>
          <p:cNvGrpSpPr/>
          <p:nvPr/>
        </p:nvGrpSpPr>
        <p:grpSpPr>
          <a:xfrm>
            <a:off x="-147240" y="-296640"/>
            <a:ext cx="915120" cy="1280520"/>
            <a:chOff x="-147240" y="-296640"/>
            <a:chExt cx="915120" cy="1280520"/>
          </a:xfrm>
        </p:grpSpPr>
        <p:sp>
          <p:nvSpPr>
            <p:cNvPr id="256" name=""/>
            <p:cNvSpPr/>
            <p:nvPr/>
          </p:nvSpPr>
          <p:spPr>
            <a:xfrm flipV="1" rot="5395800">
              <a:off x="219240" y="800640"/>
              <a:ext cx="182520" cy="182520"/>
            </a:xfrm>
            <a:prstGeom prst="ellipse">
              <a:avLst/>
            </a:prstGeom>
            <a:blipFill rotWithShape="0">
              <a:blip r:embed="rId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57" name=""/>
            <p:cNvSpPr/>
            <p:nvPr/>
          </p:nvSpPr>
          <p:spPr>
            <a:xfrm flipV="1" rot="5395800">
              <a:off x="218880" y="434880"/>
              <a:ext cx="182520" cy="182520"/>
            </a:xfrm>
            <a:prstGeom prst="ellipse">
              <a:avLst/>
            </a:prstGeom>
            <a:blipFill rotWithShape="0">
              <a:blip r:embed="rId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58" name=""/>
            <p:cNvSpPr/>
            <p:nvPr/>
          </p:nvSpPr>
          <p:spPr>
            <a:xfrm flipV="1" rot="5395800">
              <a:off x="218520" y="69480"/>
              <a:ext cx="182520" cy="182520"/>
            </a:xfrm>
            <a:prstGeom prst="ellipse">
              <a:avLst/>
            </a:prstGeom>
            <a:blipFill rotWithShape="0">
              <a:blip r:embed="rId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59" name=""/>
            <p:cNvSpPr/>
            <p:nvPr/>
          </p:nvSpPr>
          <p:spPr>
            <a:xfrm flipV="1" rot="5395800">
              <a:off x="217800" y="-295920"/>
              <a:ext cx="182520" cy="182520"/>
            </a:xfrm>
            <a:prstGeom prst="ellipse">
              <a:avLst/>
            </a:prstGeom>
            <a:blipFill rotWithShape="0">
              <a:blip r:embed="rId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0" name=""/>
            <p:cNvSpPr/>
            <p:nvPr/>
          </p:nvSpPr>
          <p:spPr>
            <a:xfrm flipV="1" rot="5395800">
              <a:off x="583920" y="-296280"/>
              <a:ext cx="182520" cy="182520"/>
            </a:xfrm>
            <a:prstGeom prst="ellipse">
              <a:avLst/>
            </a:prstGeom>
            <a:blipFill rotWithShape="0">
              <a:blip r:embed="rId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1" name=""/>
            <p:cNvSpPr/>
            <p:nvPr/>
          </p:nvSpPr>
          <p:spPr>
            <a:xfrm flipV="1" rot="5395800">
              <a:off x="584280" y="68760"/>
              <a:ext cx="182520" cy="182520"/>
            </a:xfrm>
            <a:prstGeom prst="ellipse">
              <a:avLst/>
            </a:prstGeom>
            <a:blipFill rotWithShape="0">
              <a:blip r:embed="rId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2" name=""/>
            <p:cNvSpPr/>
            <p:nvPr/>
          </p:nvSpPr>
          <p:spPr>
            <a:xfrm flipV="1" rot="5395800">
              <a:off x="584280" y="434520"/>
              <a:ext cx="182520" cy="182520"/>
            </a:xfrm>
            <a:prstGeom prst="ellipse">
              <a:avLst/>
            </a:prstGeom>
            <a:blipFill rotWithShape="0">
              <a:blip r:embed="rId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3" name=""/>
            <p:cNvSpPr/>
            <p:nvPr/>
          </p:nvSpPr>
          <p:spPr>
            <a:xfrm flipV="1" rot="5395800">
              <a:off x="585000" y="800640"/>
              <a:ext cx="182520" cy="182520"/>
            </a:xfrm>
            <a:prstGeom prst="ellipse">
              <a:avLst/>
            </a:prstGeom>
            <a:blipFill rotWithShape="0">
              <a:blip r:embed="rId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4" name=""/>
            <p:cNvSpPr/>
            <p:nvPr/>
          </p:nvSpPr>
          <p:spPr>
            <a:xfrm flipV="1" rot="5395800">
              <a:off x="-145800" y="801000"/>
              <a:ext cx="182520" cy="182520"/>
            </a:xfrm>
            <a:prstGeom prst="ellipse">
              <a:avLst/>
            </a:prstGeom>
            <a:blipFill rotWithShape="0">
              <a:blip r:embed="rId1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5" name=""/>
            <p:cNvSpPr/>
            <p:nvPr/>
          </p:nvSpPr>
          <p:spPr>
            <a:xfrm flipV="1" rot="5395800">
              <a:off x="-146520" y="435600"/>
              <a:ext cx="182520" cy="182520"/>
            </a:xfrm>
            <a:prstGeom prst="ellipse">
              <a:avLst/>
            </a:prstGeom>
            <a:blipFill rotWithShape="0">
              <a:blip r:embed="rId1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6" name=""/>
            <p:cNvSpPr/>
            <p:nvPr/>
          </p:nvSpPr>
          <p:spPr>
            <a:xfrm flipV="1" rot="5395800">
              <a:off x="-146520" y="69480"/>
              <a:ext cx="182520" cy="182520"/>
            </a:xfrm>
            <a:prstGeom prst="ellipse">
              <a:avLst/>
            </a:prstGeom>
            <a:blipFill rotWithShape="0">
              <a:blip r:embed="rId1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67" name=""/>
            <p:cNvSpPr/>
            <p:nvPr/>
          </p:nvSpPr>
          <p:spPr>
            <a:xfrm flipV="1" rot="5395800">
              <a:off x="-146880" y="-295560"/>
              <a:ext cx="182520" cy="182520"/>
            </a:xfrm>
            <a:prstGeom prst="ellipse">
              <a:avLst/>
            </a:prstGeom>
            <a:blipFill rotWithShape="0">
              <a:blip r:embed="rId1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nvGrpSpPr>
          <p:cNvPr id="268" name=""/>
          <p:cNvGrpSpPr/>
          <p:nvPr/>
        </p:nvGrpSpPr>
        <p:grpSpPr>
          <a:xfrm>
            <a:off x="9545040" y="4645080"/>
            <a:ext cx="915480" cy="1280880"/>
            <a:chOff x="9545040" y="4645080"/>
            <a:chExt cx="915480" cy="1280880"/>
          </a:xfrm>
        </p:grpSpPr>
        <p:sp>
          <p:nvSpPr>
            <p:cNvPr id="269" name=""/>
            <p:cNvSpPr/>
            <p:nvPr/>
          </p:nvSpPr>
          <p:spPr>
            <a:xfrm flipV="1" rot="5395800">
              <a:off x="9911880" y="5742720"/>
              <a:ext cx="182520" cy="182520"/>
            </a:xfrm>
            <a:prstGeom prst="ellipse">
              <a:avLst/>
            </a:prstGeom>
            <a:blipFill rotWithShape="0">
              <a:blip r:embed="rId1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0" name=""/>
            <p:cNvSpPr/>
            <p:nvPr/>
          </p:nvSpPr>
          <p:spPr>
            <a:xfrm flipV="1" rot="5395800">
              <a:off x="9911520" y="5376960"/>
              <a:ext cx="182520" cy="182520"/>
            </a:xfrm>
            <a:prstGeom prst="ellipse">
              <a:avLst/>
            </a:prstGeom>
            <a:blipFill rotWithShape="0">
              <a:blip r:embed="rId1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1" name=""/>
            <p:cNvSpPr/>
            <p:nvPr/>
          </p:nvSpPr>
          <p:spPr>
            <a:xfrm flipV="1" rot="5395800">
              <a:off x="9911160" y="5011560"/>
              <a:ext cx="182520" cy="182520"/>
            </a:xfrm>
            <a:prstGeom prst="ellipse">
              <a:avLst/>
            </a:prstGeom>
            <a:blipFill rotWithShape="0">
              <a:blip r:embed="rId1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2" name=""/>
            <p:cNvSpPr/>
            <p:nvPr/>
          </p:nvSpPr>
          <p:spPr>
            <a:xfrm flipV="1" rot="5395800">
              <a:off x="9910440" y="4645440"/>
              <a:ext cx="182520" cy="182520"/>
            </a:xfrm>
            <a:prstGeom prst="ellipse">
              <a:avLst/>
            </a:prstGeom>
            <a:blipFill rotWithShape="0">
              <a:blip r:embed="rId1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3" name=""/>
            <p:cNvSpPr/>
            <p:nvPr/>
          </p:nvSpPr>
          <p:spPr>
            <a:xfrm flipV="1" rot="5395800">
              <a:off x="10276560" y="4645080"/>
              <a:ext cx="182520" cy="182520"/>
            </a:xfrm>
            <a:prstGeom prst="ellipse">
              <a:avLst/>
            </a:prstGeom>
            <a:blipFill rotWithShape="0">
              <a:blip r:embed="rId1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4" name=""/>
            <p:cNvSpPr/>
            <p:nvPr/>
          </p:nvSpPr>
          <p:spPr>
            <a:xfrm flipV="1" rot="5395800">
              <a:off x="10276920" y="5010840"/>
              <a:ext cx="182520" cy="182520"/>
            </a:xfrm>
            <a:prstGeom prst="ellipse">
              <a:avLst/>
            </a:prstGeom>
            <a:blipFill rotWithShape="0">
              <a:blip r:embed="rId1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5" name=""/>
            <p:cNvSpPr/>
            <p:nvPr/>
          </p:nvSpPr>
          <p:spPr>
            <a:xfrm flipV="1" rot="5395800">
              <a:off x="10276920" y="5376600"/>
              <a:ext cx="182520" cy="182520"/>
            </a:xfrm>
            <a:prstGeom prst="ellipse">
              <a:avLst/>
            </a:prstGeom>
            <a:blipFill rotWithShape="0">
              <a:blip r:embed="rId2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6" name=""/>
            <p:cNvSpPr/>
            <p:nvPr/>
          </p:nvSpPr>
          <p:spPr>
            <a:xfrm flipV="1" rot="5395800">
              <a:off x="10277640" y="5742720"/>
              <a:ext cx="182520" cy="182520"/>
            </a:xfrm>
            <a:prstGeom prst="ellipse">
              <a:avLst/>
            </a:prstGeom>
            <a:blipFill rotWithShape="0">
              <a:blip r:embed="rId2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7" name=""/>
            <p:cNvSpPr/>
            <p:nvPr/>
          </p:nvSpPr>
          <p:spPr>
            <a:xfrm flipV="1" rot="5395800">
              <a:off x="9546120" y="5743080"/>
              <a:ext cx="182520" cy="182520"/>
            </a:xfrm>
            <a:prstGeom prst="ellipse">
              <a:avLst/>
            </a:prstGeom>
            <a:blipFill rotWithShape="0">
              <a:blip r:embed="rId2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8" name=""/>
            <p:cNvSpPr/>
            <p:nvPr/>
          </p:nvSpPr>
          <p:spPr>
            <a:xfrm flipV="1" rot="5395800">
              <a:off x="9545400" y="5377680"/>
              <a:ext cx="182520" cy="182520"/>
            </a:xfrm>
            <a:prstGeom prst="ellipse">
              <a:avLst/>
            </a:prstGeom>
            <a:blipFill rotWithShape="0">
              <a:blip r:embed="rId2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79" name=""/>
            <p:cNvSpPr/>
            <p:nvPr/>
          </p:nvSpPr>
          <p:spPr>
            <a:xfrm flipV="1" rot="5395800">
              <a:off x="9545400" y="5011560"/>
              <a:ext cx="182520" cy="182520"/>
            </a:xfrm>
            <a:prstGeom prst="ellipse">
              <a:avLst/>
            </a:prstGeom>
            <a:blipFill rotWithShape="0">
              <a:blip r:embed="rId2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80" name=""/>
            <p:cNvSpPr/>
            <p:nvPr/>
          </p:nvSpPr>
          <p:spPr>
            <a:xfrm flipV="1" rot="5395800">
              <a:off x="9545040" y="4645800"/>
              <a:ext cx="182520" cy="182520"/>
            </a:xfrm>
            <a:prstGeom prst="ellipse">
              <a:avLst/>
            </a:prstGeom>
            <a:blipFill rotWithShape="0">
              <a:blip r:embed="rId2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281" name=""/>
          <p:cNvSpPr/>
          <p:nvPr/>
        </p:nvSpPr>
        <p:spPr>
          <a:xfrm>
            <a:off x="-146160" y="31093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8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3" name="PlaceHolder 2"/>
          <p:cNvSpPr>
            <a:spLocks noGrp="1"/>
          </p:cNvSpPr>
          <p:nvPr>
            <p:ph type="ftr" idx="31"/>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84" name="PlaceHolder 3"/>
          <p:cNvSpPr>
            <a:spLocks noGrp="1"/>
          </p:cNvSpPr>
          <p:nvPr>
            <p:ph type="sldNum" idx="32"/>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B419E1C7-10E5-4019-ADCB-0F2BFCBA69CE}"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85" name="PlaceHolder 4"/>
          <p:cNvSpPr>
            <a:spLocks noGrp="1"/>
          </p:cNvSpPr>
          <p:nvPr>
            <p:ph type="dt" idx="33"/>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86"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6"/>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
          <p:cNvSpPr/>
          <p:nvPr/>
        </p:nvSpPr>
        <p:spPr>
          <a:xfrm rot="18876000">
            <a:off x="8645760" y="-405360"/>
            <a:ext cx="2895120" cy="289512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89" name=""/>
          <p:cNvSpPr/>
          <p:nvPr/>
        </p:nvSpPr>
        <p:spPr>
          <a:xfrm rot="18876000">
            <a:off x="8665920" y="3983040"/>
            <a:ext cx="2895120" cy="289512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90" name=""/>
          <p:cNvSpPr/>
          <p:nvPr/>
        </p:nvSpPr>
        <p:spPr>
          <a:xfrm rot="18964800">
            <a:off x="993960" y="5915880"/>
            <a:ext cx="2588400" cy="7311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1" name=""/>
          <p:cNvSpPr/>
          <p:nvPr/>
        </p:nvSpPr>
        <p:spPr>
          <a:xfrm rot="18964800">
            <a:off x="-1296720" y="5513760"/>
            <a:ext cx="2588400" cy="7311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2" name=""/>
          <p:cNvSpPr/>
          <p:nvPr/>
        </p:nvSpPr>
        <p:spPr>
          <a:xfrm rot="18964800">
            <a:off x="3682080" y="339480"/>
            <a:ext cx="3457440" cy="9219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3" name=""/>
          <p:cNvSpPr/>
          <p:nvPr/>
        </p:nvSpPr>
        <p:spPr>
          <a:xfrm rot="18964800">
            <a:off x="1445760" y="-758160"/>
            <a:ext cx="2588400" cy="7311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4" name=""/>
          <p:cNvSpPr/>
          <p:nvPr/>
        </p:nvSpPr>
        <p:spPr>
          <a:xfrm rot="18964800">
            <a:off x="-727200" y="3295080"/>
            <a:ext cx="2588400" cy="51264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5"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6"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7" name="PlaceHolder 3"/>
          <p:cNvSpPr>
            <a:spLocks noGrp="1"/>
          </p:cNvSpPr>
          <p:nvPr>
            <p:ph type="ftr" idx="34"/>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98" name="PlaceHolder 4"/>
          <p:cNvSpPr>
            <a:spLocks noGrp="1"/>
          </p:cNvSpPr>
          <p:nvPr>
            <p:ph type="sldNum" idx="35"/>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E98A38F6-FABA-4292-904B-C20836D405EB}"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99" name="PlaceHolder 5"/>
          <p:cNvSpPr>
            <a:spLocks noGrp="1"/>
          </p:cNvSpPr>
          <p:nvPr>
            <p:ph type="dt" idx="36"/>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9.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2" name="" descr=""/>
          <p:cNvPicPr/>
          <p:nvPr/>
        </p:nvPicPr>
        <p:blipFill>
          <a:blip r:embed="rId1"/>
          <a:stretch/>
        </p:blipFill>
        <p:spPr>
          <a:xfrm>
            <a:off x="182880" y="5198400"/>
            <a:ext cx="1371240" cy="300600"/>
          </a:xfrm>
          <a:prstGeom prst="rect">
            <a:avLst/>
          </a:prstGeom>
          <a:ln w="0">
            <a:noFill/>
          </a:ln>
        </p:spPr>
      </p:pic>
      <p:sp>
        <p:nvSpPr>
          <p:cNvPr id="303" name=""/>
          <p:cNvSpPr/>
          <p:nvPr/>
        </p:nvSpPr>
        <p:spPr>
          <a:xfrm>
            <a:off x="7132320" y="4375440"/>
            <a:ext cx="360" cy="1005840"/>
          </a:xfrm>
          <a:prstGeom prst="line">
            <a:avLst/>
          </a:prstGeom>
          <a:ln w="54720">
            <a:solidFill>
              <a:srgbClr val="999999"/>
            </a:solidFill>
            <a:round/>
          </a:ln>
        </p:spPr>
        <p:style>
          <a:lnRef idx="0"/>
          <a:fillRef idx="0"/>
          <a:effectRef idx="0"/>
          <a:fontRef idx="minor"/>
        </p:style>
        <p:txBody>
          <a:bodyPr lIns="117360" rIns="117360" tIns="72360" bIns="72360" anchor="ctr">
            <a:noAutofit/>
          </a:bodyPr>
          <a:p>
            <a:endParaRPr b="0" lang="en-US" sz="1800" spc="-1" strike="noStrike">
              <a:solidFill>
                <a:srgbClr val="000000"/>
              </a:solidFill>
              <a:latin typeface="Noto Sans"/>
              <a:ea typeface="DejaVu Sans"/>
            </a:endParaRPr>
          </a:p>
        </p:txBody>
      </p:sp>
      <p:sp>
        <p:nvSpPr>
          <p:cNvPr id="304" name="PlaceHolder 1"/>
          <p:cNvSpPr>
            <a:spLocks noGrp="1"/>
          </p:cNvSpPr>
          <p:nvPr>
            <p:ph type="title"/>
          </p:nvPr>
        </p:nvSpPr>
        <p:spPr>
          <a:xfrm>
            <a:off x="1615320" y="4092120"/>
            <a:ext cx="5295240" cy="762120"/>
          </a:xfrm>
          <a:prstGeom prst="rect">
            <a:avLst/>
          </a:prstGeom>
          <a:noFill/>
          <a:ln w="0">
            <a:noFill/>
          </a:ln>
        </p:spPr>
        <p:txBody>
          <a:bodyPr lIns="0" rIns="0" tIns="0" bIns="0" anchor="ctr">
            <a:noAutofit/>
          </a:bodyPr>
          <a:p>
            <a:pPr indent="0" algn="r">
              <a:lnSpc>
                <a:spcPct val="100000"/>
              </a:lnSpc>
              <a:buNone/>
              <a:tabLst>
                <a:tab algn="l" pos="0"/>
              </a:tabLst>
            </a:pPr>
            <a:r>
              <a:rPr b="1" lang="en-US" sz="4400" spc="-1" strike="noStrike">
                <a:solidFill>
                  <a:srgbClr val="000000"/>
                </a:solidFill>
                <a:latin typeface="Noto Sans"/>
              </a:rPr>
              <a:t>Flare towers</a:t>
            </a:r>
            <a:endParaRPr b="0" lang="en-US" sz="4400" spc="-1" strike="noStrike">
              <a:solidFill>
                <a:srgbClr val="000000"/>
              </a:solidFill>
              <a:latin typeface="Arial"/>
            </a:endParaRPr>
          </a:p>
        </p:txBody>
      </p:sp>
      <p:sp>
        <p:nvSpPr>
          <p:cNvPr id="305" name="PlaceHolder 2"/>
          <p:cNvSpPr>
            <a:spLocks noGrp="1"/>
          </p:cNvSpPr>
          <p:nvPr>
            <p:ph type="subTitle"/>
          </p:nvPr>
        </p:nvSpPr>
        <p:spPr>
          <a:xfrm>
            <a:off x="1600200" y="4889880"/>
            <a:ext cx="5295240" cy="762480"/>
          </a:xfrm>
          <a:prstGeom prst="rect">
            <a:avLst/>
          </a:prstGeom>
          <a:noFill/>
          <a:ln w="0">
            <a:noFill/>
          </a:ln>
        </p:spPr>
        <p:txBody>
          <a:bodyPr lIns="0" rIns="0" tIns="0" bIns="0" anchor="ctr">
            <a:noAutofit/>
          </a:bodyPr>
          <a:p>
            <a:pPr indent="0" algn="r">
              <a:lnSpc>
                <a:spcPct val="100000"/>
              </a:lnSpc>
              <a:buNone/>
              <a:tabLst>
                <a:tab algn="l" pos="0"/>
              </a:tabLst>
            </a:pPr>
            <a:r>
              <a:rPr b="0" lang="en-US" sz="2200" spc="-1" strike="noStrike">
                <a:solidFill>
                  <a:srgbClr val="000000"/>
                </a:solidFill>
                <a:latin typeface="Noto Sans"/>
              </a:rPr>
              <a:t>Nidhi Kulkarni 22CHE142</a:t>
            </a:r>
            <a:endParaRPr b="0" lang="en-US" sz="2200" spc="-1" strike="noStrike">
              <a:solidFill>
                <a:srgbClr val="000000"/>
              </a:solidFill>
              <a:latin typeface="Arial"/>
            </a:endParaRPr>
          </a:p>
          <a:p>
            <a:pPr indent="0" algn="r">
              <a:lnSpc>
                <a:spcPct val="100000"/>
              </a:lnSpc>
              <a:buNone/>
              <a:tabLst>
                <a:tab algn="l" pos="0"/>
              </a:tabLst>
            </a:pPr>
            <a:r>
              <a:rPr b="0" lang="en-US" sz="2200" spc="-1" strike="noStrike">
                <a:solidFill>
                  <a:srgbClr val="000000"/>
                </a:solidFill>
                <a:latin typeface="Noto Sans"/>
              </a:rPr>
              <a:t>Arya Dahake 20CHE113</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757800" y="425160"/>
            <a:ext cx="9071640" cy="9460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307" name="PlaceHolder 2"/>
          <p:cNvSpPr>
            <a:spLocks noGrp="1"/>
          </p:cNvSpPr>
          <p:nvPr>
            <p:ph/>
          </p:nvPr>
        </p:nvSpPr>
        <p:spPr>
          <a:xfrm>
            <a:off x="468000" y="1800000"/>
            <a:ext cx="6162840" cy="32878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308" name="" descr=""/>
          <p:cNvPicPr/>
          <p:nvPr/>
        </p:nvPicPr>
        <p:blipFill>
          <a:blip r:embed="rId1"/>
          <a:stretch/>
        </p:blipFill>
        <p:spPr>
          <a:xfrm>
            <a:off x="914400" y="425160"/>
            <a:ext cx="8419320" cy="48571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
          <p:cNvSpPr/>
          <p:nvPr/>
        </p:nvSpPr>
        <p:spPr>
          <a:xfrm>
            <a:off x="1604520" y="1113840"/>
            <a:ext cx="1554120" cy="471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Header</a:t>
            </a:r>
            <a:endParaRPr b="0" lang="en-US" sz="2200" spc="-1" strike="noStrike">
              <a:solidFill>
                <a:srgbClr val="000000"/>
              </a:solidFill>
              <a:latin typeface="Arial"/>
            </a:endParaRPr>
          </a:p>
        </p:txBody>
      </p:sp>
      <p:sp>
        <p:nvSpPr>
          <p:cNvPr id="310" name=""/>
          <p:cNvSpPr/>
          <p:nvPr/>
        </p:nvSpPr>
        <p:spPr>
          <a:xfrm>
            <a:off x="3524760" y="3627360"/>
            <a:ext cx="1554120" cy="1233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Flash Knockout drum</a:t>
            </a:r>
            <a:endParaRPr b="0" lang="en-US" sz="2200" spc="-1" strike="noStrike">
              <a:solidFill>
                <a:srgbClr val="000000"/>
              </a:solidFill>
              <a:latin typeface="Arial"/>
            </a:endParaRPr>
          </a:p>
        </p:txBody>
      </p:sp>
      <p:sp>
        <p:nvSpPr>
          <p:cNvPr id="311" name=""/>
          <p:cNvSpPr/>
          <p:nvPr/>
        </p:nvSpPr>
        <p:spPr>
          <a:xfrm>
            <a:off x="7365240" y="3674160"/>
            <a:ext cx="1554120" cy="852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Flare stack</a:t>
            </a:r>
            <a:endParaRPr b="0" lang="en-US" sz="2200" spc="-1" strike="noStrike">
              <a:solidFill>
                <a:srgbClr val="000000"/>
              </a:solidFill>
              <a:latin typeface="Arial"/>
            </a:endParaRPr>
          </a:p>
        </p:txBody>
      </p:sp>
      <p:sp>
        <p:nvSpPr>
          <p:cNvPr id="312" name=""/>
          <p:cNvSpPr/>
          <p:nvPr/>
        </p:nvSpPr>
        <p:spPr>
          <a:xfrm>
            <a:off x="5719320" y="1113840"/>
            <a:ext cx="1554120" cy="852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Liquid seal</a:t>
            </a:r>
            <a:endParaRPr b="0" lang="en-US" sz="2200" spc="-1" strike="noStrike">
              <a:solidFill>
                <a:srgbClr val="000000"/>
              </a:solidFill>
              <a:latin typeface="Arial"/>
            </a:endParaRPr>
          </a:p>
        </p:txBody>
      </p:sp>
      <p:sp>
        <p:nvSpPr>
          <p:cNvPr id="313" name=""/>
          <p:cNvSpPr/>
          <p:nvPr/>
        </p:nvSpPr>
        <p:spPr>
          <a:xfrm>
            <a:off x="496080" y="51840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01</a:t>
            </a:r>
            <a:endParaRPr b="0" lang="en-US" sz="6000" spc="-1" strike="noStrike">
              <a:solidFill>
                <a:srgbClr val="000000"/>
              </a:solidFill>
              <a:latin typeface="Arial"/>
            </a:endParaRPr>
          </a:p>
        </p:txBody>
      </p:sp>
      <p:sp>
        <p:nvSpPr>
          <p:cNvPr id="314" name=""/>
          <p:cNvSpPr/>
          <p:nvPr/>
        </p:nvSpPr>
        <p:spPr>
          <a:xfrm>
            <a:off x="2416320" y="307872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02</a:t>
            </a:r>
            <a:endParaRPr b="0" lang="en-US" sz="6000" spc="-1" strike="noStrike">
              <a:solidFill>
                <a:srgbClr val="000000"/>
              </a:solidFill>
              <a:latin typeface="Arial"/>
            </a:endParaRPr>
          </a:p>
        </p:txBody>
      </p:sp>
      <p:sp>
        <p:nvSpPr>
          <p:cNvPr id="315" name=""/>
          <p:cNvSpPr/>
          <p:nvPr/>
        </p:nvSpPr>
        <p:spPr>
          <a:xfrm>
            <a:off x="4610880" y="57744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03</a:t>
            </a:r>
            <a:endParaRPr b="0" lang="en-US" sz="6000" spc="-1" strike="noStrike">
              <a:solidFill>
                <a:srgbClr val="000000"/>
              </a:solidFill>
              <a:latin typeface="Arial"/>
            </a:endParaRPr>
          </a:p>
        </p:txBody>
      </p:sp>
      <p:sp>
        <p:nvSpPr>
          <p:cNvPr id="316" name=""/>
          <p:cNvSpPr/>
          <p:nvPr/>
        </p:nvSpPr>
        <p:spPr>
          <a:xfrm>
            <a:off x="6256800" y="313776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04</a:t>
            </a:r>
            <a:endParaRPr b="0" lang="en-US" sz="6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
          <p:cNvSpPr/>
          <p:nvPr/>
        </p:nvSpPr>
        <p:spPr>
          <a:xfrm>
            <a:off x="914400" y="2835000"/>
            <a:ext cx="91080" cy="1645560"/>
          </a:xfrm>
          <a:prstGeom prst="rect">
            <a:avLst/>
          </a:prstGeom>
          <a:solidFill>
            <a:srgbClr val="ced4da">
              <a:alpha val="5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8"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pic>
        <p:nvPicPr>
          <p:cNvPr id="319" name="" descr=""/>
          <p:cNvPicPr/>
          <p:nvPr/>
        </p:nvPicPr>
        <p:blipFill>
          <a:blip r:embed="rId1"/>
          <a:stretch/>
        </p:blipFill>
        <p:spPr>
          <a:xfrm>
            <a:off x="457200" y="68760"/>
            <a:ext cx="9056880" cy="54532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1" lang="en-US" sz="4400" spc="-1" strike="noStrike" u="wavyHeavy">
                <a:solidFill>
                  <a:srgbClr val="000000"/>
                </a:solidFill>
                <a:uFillTx/>
                <a:latin typeface="Noto Sans"/>
              </a:rPr>
              <a:t>Liquid seal</a:t>
            </a:r>
            <a:endParaRPr b="0" lang="en-US" sz="4400" spc="-1" strike="noStrike">
              <a:solidFill>
                <a:srgbClr val="000000"/>
              </a:solidFill>
              <a:latin typeface="Arial"/>
            </a:endParaRPr>
          </a:p>
        </p:txBody>
      </p:sp>
      <p:sp>
        <p:nvSpPr>
          <p:cNvPr id="321" name="PlaceHolder 2"/>
          <p:cNvSpPr>
            <a:spLocks noGrp="1"/>
          </p:cNvSpPr>
          <p:nvPr>
            <p:ph/>
          </p:nvPr>
        </p:nvSpPr>
        <p:spPr>
          <a:xfrm>
            <a:off x="468000" y="1800000"/>
            <a:ext cx="9071640" cy="3287880"/>
          </a:xfrm>
          <a:prstGeom prst="rect">
            <a:avLst/>
          </a:prstGeom>
          <a:noFill/>
          <a:ln w="0">
            <a:noFill/>
          </a:ln>
        </p:spPr>
        <p:txBody>
          <a:bodyPr lIns="0" rIns="0" tIns="0" bIns="0" anchor="t">
            <a:normAutofit fontScale="87222"/>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 </a:t>
            </a:r>
            <a:r>
              <a:rPr b="0" lang="en-US" sz="3200" spc="-1" strike="noStrike">
                <a:solidFill>
                  <a:srgbClr val="000000"/>
                </a:solidFill>
                <a:latin typeface="Noto Sans"/>
              </a:rPr>
              <a:t>prevents air ingression during sudden temp changes</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to prevent flash back from flare tip to headers</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maintained above the inlet of the flare system</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prevents returning from outlet to inlet of the drum</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divisional unit for flares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1" lang="en-US" sz="4400" spc="-1" strike="noStrike">
                <a:solidFill>
                  <a:srgbClr val="000000"/>
                </a:solidFill>
                <a:latin typeface="Noto Sans"/>
              </a:rPr>
              <a:t>Gas seal </a:t>
            </a:r>
            <a:endParaRPr b="0" lang="en-US" sz="4400" spc="-1" strike="noStrike">
              <a:solidFill>
                <a:srgbClr val="000000"/>
              </a:solidFill>
              <a:latin typeface="Arial"/>
            </a:endParaRPr>
          </a:p>
        </p:txBody>
      </p:sp>
      <p:sp>
        <p:nvSpPr>
          <p:cNvPr id="323" name=""/>
          <p:cNvSpPr/>
          <p:nvPr/>
        </p:nvSpPr>
        <p:spPr>
          <a:xfrm>
            <a:off x="685800" y="1371600"/>
            <a:ext cx="8686440" cy="3885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Noto Sans"/>
              </a:rPr>
              <a:t>Velocity Seal (gas seal)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a:t>
            </a:r>
            <a:r>
              <a:rPr b="0" lang="en-US" sz="1800" spc="-1" strike="noStrike">
                <a:solidFill>
                  <a:srgbClr val="000000"/>
                </a:solidFill>
                <a:latin typeface="Noto Sans"/>
              </a:rPr>
              <a:t>The velocity seal work works on the premise that when air infiltrates the flare tip, it tends to hug the inner walls of the flare tip</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a:t>
            </a:r>
            <a:r>
              <a:rPr b="0" lang="en-US" sz="1800" spc="-1" strike="noStrike">
                <a:solidFill>
                  <a:srgbClr val="000000"/>
                </a:solidFill>
                <a:latin typeface="Noto Sans"/>
              </a:rPr>
              <a:t>The velocity seal is a cone-shaped obstruction placed inside the flare tip so as to obstruct the infiltrating air from ‘hugging the inner wall’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a:t>
            </a:r>
            <a:r>
              <a:rPr b="0" lang="en-US" sz="1800" spc="-1" strike="noStrike">
                <a:solidFill>
                  <a:srgbClr val="000000"/>
                </a:solidFill>
                <a:latin typeface="Noto Sans"/>
              </a:rPr>
              <a:t>Purge gas coming through the cone sweeps away the infiltrating air. This seal normally reduces the purge gas velocity through the tip to between 0.006 m/s to 0.012 m/s and maintains the oxygen level below the seal under 4-8% level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a:t>
            </a:r>
            <a:r>
              <a:rPr b="0" lang="en-US" sz="1800" spc="-1" strike="noStrike">
                <a:solidFill>
                  <a:srgbClr val="000000"/>
                </a:solidFill>
                <a:latin typeface="Noto Sans"/>
              </a:rPr>
              <a:t>However the normal purge gas requirement to prevent burn back of the flare tip is much higher than this.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1" lang="en-US" sz="4400" spc="-1" strike="noStrike">
                <a:solidFill>
                  <a:srgbClr val="000000"/>
                </a:solidFill>
                <a:latin typeface="Noto Sans"/>
              </a:rPr>
              <a:t>FLARE DRUM SIZING</a:t>
            </a:r>
            <a:endParaRPr b="0" lang="en-US" sz="4400" spc="-1" strike="noStrike">
              <a:solidFill>
                <a:srgbClr val="000000"/>
              </a:solidFill>
              <a:latin typeface="Arial"/>
            </a:endParaRPr>
          </a:p>
        </p:txBody>
      </p:sp>
      <p:sp>
        <p:nvSpPr>
          <p:cNvPr id="325" name=""/>
          <p:cNvSpPr/>
          <p:nvPr/>
        </p:nvSpPr>
        <p:spPr>
          <a:xfrm>
            <a:off x="1558080" y="1993320"/>
            <a:ext cx="7128360" cy="2578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API rp 521</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stokes droplet size of 500-600 mm</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- 20-30 minutes of holdup time</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no internals to facilitate separation and eliminate potential blockages</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many orientations and options(horizontal and vertical)</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Noto Sans"/>
              </a:rPr>
              <a:t>- liq removed by flare pumps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1" lang="en-US" sz="4400" spc="-1" strike="noStrike">
                <a:solidFill>
                  <a:srgbClr val="000000"/>
                </a:solidFill>
                <a:latin typeface="Noto Sans"/>
              </a:rPr>
              <a:t>Re-ignition system</a:t>
            </a:r>
            <a:endParaRPr b="0" lang="en-US" sz="4400" spc="-1" strike="noStrike">
              <a:solidFill>
                <a:srgbClr val="000000"/>
              </a:solidFill>
              <a:latin typeface="Arial"/>
            </a:endParaRPr>
          </a:p>
        </p:txBody>
      </p:sp>
      <p:sp>
        <p:nvSpPr>
          <p:cNvPr id="327" name=""/>
          <p:cNvSpPr/>
          <p:nvPr/>
        </p:nvSpPr>
        <p:spPr>
          <a:xfrm>
            <a:off x="468000" y="1414440"/>
            <a:ext cx="8904240" cy="384300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en-US" sz="1800" spc="-1" strike="noStrike">
                <a:solidFill>
                  <a:srgbClr val="000000"/>
                </a:solidFill>
                <a:latin typeface="Noto Sans"/>
              </a:rPr>
              <a:t>Flaring is used to safely burn off excess or unwanted flammable gases in refineries, chemical plants, and oil &amp; gas facilities. If the flame goes out, unburned gases (like methane, propane, or H₂S) can escape into the atmosphere</a:t>
            </a:r>
            <a:endParaRPr b="0" lang="en-US" sz="1800" spc="-1" strike="noStrike">
              <a:solidFill>
                <a:srgbClr val="000000"/>
              </a:solidFill>
              <a:latin typeface="Arial"/>
            </a:endParaRPr>
          </a:p>
          <a:p>
            <a:pPr marL="216000" indent="-216000">
              <a:lnSpc>
                <a:spcPct val="100000"/>
              </a:lnSpc>
              <a:buClr>
                <a:srgbClr val="000000"/>
              </a:buClr>
              <a:buSzPct val="45000"/>
              <a:buFont typeface="Wingdings" charset="2"/>
              <a:buChar char=""/>
            </a:pPr>
            <a:r>
              <a:rPr b="0" lang="en-US" sz="1800" spc="-1" strike="noStrike">
                <a:solidFill>
                  <a:srgbClr val="000000"/>
                </a:solidFill>
                <a:latin typeface="Noto Sans"/>
              </a:rPr>
              <a:t>The </a:t>
            </a:r>
            <a:r>
              <a:rPr b="1" lang="en-US" sz="1800" spc="-1" strike="noStrike">
                <a:solidFill>
                  <a:srgbClr val="000000"/>
                </a:solidFill>
                <a:latin typeface="Noto Sans"/>
              </a:rPr>
              <a:t>reignition system</a:t>
            </a:r>
            <a:r>
              <a:rPr b="0" lang="en-US" sz="1800" spc="-1" strike="noStrike">
                <a:solidFill>
                  <a:srgbClr val="000000"/>
                </a:solidFill>
                <a:latin typeface="Noto Sans"/>
              </a:rPr>
              <a:t>  is a safety mechanism designed to ensure that the flare flame remains lit, even if it gets extinguished due to sudden changes in gas flow, weather conditions (like strong winds or rain), or operational issues.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
          <p:cNvSpPr/>
          <p:nvPr/>
        </p:nvSpPr>
        <p:spPr>
          <a:xfrm>
            <a:off x="5873400" y="1190520"/>
            <a:ext cx="4093920" cy="4093920"/>
          </a:xfrm>
          <a:custGeom>
            <a:avLst/>
            <a:gdLst>
              <a:gd name="textAreaLeft" fmla="*/ 0 w 4093920"/>
              <a:gd name="textAreaRight" fmla="*/ 4094280 w 4093920"/>
              <a:gd name="textAreaTop" fmla="*/ 0 h 4093920"/>
              <a:gd name="textAreaBottom" fmla="*/ 4094280 h 4093920"/>
            </a:gdLst>
            <a:ahLst/>
            <a:rect l="textAreaLeft" t="textAreaTop" r="textAreaRight" b="textAreaBottom"/>
            <a:pathLst>
              <a:path w="11373" h="11373">
                <a:moveTo>
                  <a:pt x="0" y="5726"/>
                </a:moveTo>
                <a:lnTo>
                  <a:pt x="5646" y="0"/>
                </a:lnTo>
                <a:lnTo>
                  <a:pt x="11373" y="5648"/>
                </a:lnTo>
                <a:lnTo>
                  <a:pt x="5727" y="11373"/>
                </a:lnTo>
                <a:lnTo>
                  <a:pt x="5725" y="11373"/>
                </a:lnTo>
                <a:lnTo>
                  <a:pt x="0" y="5728"/>
                </a:lnTo>
                <a:lnTo>
                  <a:pt x="0" y="5726"/>
                </a:lnTo>
                <a:close/>
              </a:path>
            </a:pathLst>
          </a:custGeom>
          <a:blipFill rotWithShape="0">
            <a:blip r:embed="rId1"/>
            <a:srcRect/>
            <a:stretch/>
          </a:blipFill>
          <a:ln w="0">
            <a:noFill/>
          </a:ln>
        </p:spPr>
        <p:style>
          <a:lnRef idx="0"/>
          <a:fillRef idx="0"/>
          <a:effectRef idx="0"/>
          <a:fontRef idx="minor"/>
        </p:style>
        <p:txBody>
          <a:bodyPr lIns="90000" rIns="90000" tIns="45000" bIns="45000" anchor="ctr" anchorCtr="1">
            <a:noAutofit/>
          </a:bodyPr>
          <a:p>
            <a:pPr>
              <a:lnSpc>
                <a:spcPct val="100000"/>
              </a:lnSpc>
            </a:pPr>
            <a:endParaRPr b="0" lang="en-US" sz="1800" spc="-1" strike="noStrike">
              <a:solidFill>
                <a:srgbClr val="000000"/>
              </a:solidFill>
              <a:latin typeface="Noto Sans"/>
            </a:endParaRPr>
          </a:p>
        </p:txBody>
      </p:sp>
      <p:sp>
        <p:nvSpPr>
          <p:cNvPr id="329"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1" lang="en-US" sz="4400" spc="-1" strike="noStrike">
                <a:solidFill>
                  <a:srgbClr val="000000"/>
                </a:solidFill>
                <a:latin typeface="Noto Sans"/>
              </a:rPr>
              <a:t>Environmental concerns</a:t>
            </a:r>
            <a:endParaRPr b="0" lang="en-US" sz="4400" spc="-1" strike="noStrike">
              <a:solidFill>
                <a:srgbClr val="000000"/>
              </a:solidFill>
              <a:latin typeface="Arial"/>
            </a:endParaRPr>
          </a:p>
        </p:txBody>
      </p:sp>
      <p:sp>
        <p:nvSpPr>
          <p:cNvPr id="330" name="PlaceHolder 2"/>
          <p:cNvSpPr>
            <a:spLocks noGrp="1"/>
          </p:cNvSpPr>
          <p:nvPr>
            <p:ph/>
          </p:nvPr>
        </p:nvSpPr>
        <p:spPr>
          <a:xfrm>
            <a:off x="468000" y="1800000"/>
            <a:ext cx="6162840" cy="32878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Complete combustion</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CO2 release</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Noto Sans"/>
              </a:rPr>
              <a:t>Height of flare tower</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2025-03-22T09:58:15Z</dcterms:created>
  <dc:creator/>
  <dc:description>Credits:
Illustrations by Pixeltrue https://icons8.com/illustrations/author/5ec7b0e101d0360016f3d1b3 on icon8 (master slide "Table of content")
Photo by Dave Hoefler https://unsplash.com/fr/@iamthedave on Unsplash https://unsplash.com/fr/licence (slide 9)
    </dc:description>
  <dc:language>en-US</dc:language>
  <cp:lastModifiedBy/>
  <dcterms:modified xsi:type="dcterms:W3CDTF">2025-04-05T21:13:33Z</dcterms:modified>
  <cp:revision>5</cp:revision>
  <dc:subject/>
  <dc:title>Grey Elegant</dc:title>
</cp:coreProperties>
</file>

<file path=docProps/custom.xml><?xml version="1.0" encoding="utf-8"?>
<Properties xmlns="http://schemas.openxmlformats.org/officeDocument/2006/custom-properties" xmlns:vt="http://schemas.openxmlformats.org/officeDocument/2006/docPropsVTypes"/>
</file>